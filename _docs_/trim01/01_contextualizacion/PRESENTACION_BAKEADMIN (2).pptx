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6858000" cx="12192000"/>
  <p:notesSz cx="6858000" cy="9144000"/>
  <p:embeddedFontLst>
    <p:embeddedFont>
      <p:font typeface="Raleway"/>
      <p:regular r:id="rId21"/>
      <p:bold r:id="rId22"/>
      <p:italic r:id="rId23"/>
      <p:boldItalic r:id="rId24"/>
    </p:embeddedFont>
    <p:embeddedFont>
      <p:font typeface="Lato"/>
      <p:regular r:id="rId25"/>
      <p:bold r:id="rId26"/>
      <p:italic r:id="rId27"/>
      <p:boldItalic r:id="rId28"/>
    </p:embeddedFont>
    <p:embeddedFont>
      <p:font typeface="Work Sans Medium"/>
      <p:regular r:id="rId29"/>
      <p:bold r:id="rId30"/>
      <p:italic r:id="rId31"/>
      <p:boldItalic r:id="rId32"/>
    </p:embeddedFont>
    <p:embeddedFont>
      <p:font typeface="Work Sans"/>
      <p:regular r:id="rId33"/>
      <p:bold r:id="rId34"/>
      <p:italic r:id="rId35"/>
      <p:boldItalic r:id="rId36"/>
    </p:embeddedFont>
    <p:embeddedFont>
      <p:font typeface="Work Sans Light"/>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1" roundtripDataSignature="AMtx7mgWW6AZWnGLsQDfoUplL7YLUaEw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WorkSansLight-boldItalic.fntdata"/><Relationship Id="rId20" Type="http://schemas.openxmlformats.org/officeDocument/2006/relationships/slide" Target="slides/slide16.xml"/><Relationship Id="rId41" Type="http://customschemas.google.com/relationships/presentationmetadata" Target="metadata"/><Relationship Id="rId22" Type="http://schemas.openxmlformats.org/officeDocument/2006/relationships/font" Target="fonts/Raleway-bold.fntdata"/><Relationship Id="rId21" Type="http://schemas.openxmlformats.org/officeDocument/2006/relationships/font" Target="fonts/Raleway-regular.fntdata"/><Relationship Id="rId24" Type="http://schemas.openxmlformats.org/officeDocument/2006/relationships/font" Target="fonts/Raleway-boldItalic.fntdata"/><Relationship Id="rId23" Type="http://schemas.openxmlformats.org/officeDocument/2006/relationships/font" Target="fonts/Raleway-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Lato-bold.fntdata"/><Relationship Id="rId25" Type="http://schemas.openxmlformats.org/officeDocument/2006/relationships/font" Target="fonts/Lato-regular.fntdata"/><Relationship Id="rId28" Type="http://schemas.openxmlformats.org/officeDocument/2006/relationships/font" Target="fonts/Lato-boldItalic.fntdata"/><Relationship Id="rId27" Type="http://schemas.openxmlformats.org/officeDocument/2006/relationships/font" Target="fonts/Lato-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WorkSansMedium-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WorkSansMedium-italic.fntdata"/><Relationship Id="rId30" Type="http://schemas.openxmlformats.org/officeDocument/2006/relationships/font" Target="fonts/WorkSansMedium-bold.fntdata"/><Relationship Id="rId11" Type="http://schemas.openxmlformats.org/officeDocument/2006/relationships/slide" Target="slides/slide7.xml"/><Relationship Id="rId33" Type="http://schemas.openxmlformats.org/officeDocument/2006/relationships/font" Target="fonts/WorkSans-regular.fntdata"/><Relationship Id="rId10" Type="http://schemas.openxmlformats.org/officeDocument/2006/relationships/slide" Target="slides/slide6.xml"/><Relationship Id="rId32" Type="http://schemas.openxmlformats.org/officeDocument/2006/relationships/font" Target="fonts/WorkSansMedium-boldItalic.fntdata"/><Relationship Id="rId13" Type="http://schemas.openxmlformats.org/officeDocument/2006/relationships/slide" Target="slides/slide9.xml"/><Relationship Id="rId35" Type="http://schemas.openxmlformats.org/officeDocument/2006/relationships/font" Target="fonts/WorkSans-italic.fntdata"/><Relationship Id="rId12" Type="http://schemas.openxmlformats.org/officeDocument/2006/relationships/slide" Target="slides/slide8.xml"/><Relationship Id="rId34" Type="http://schemas.openxmlformats.org/officeDocument/2006/relationships/font" Target="fonts/WorkSans-bold.fntdata"/><Relationship Id="rId15" Type="http://schemas.openxmlformats.org/officeDocument/2006/relationships/slide" Target="slides/slide11.xml"/><Relationship Id="rId37" Type="http://schemas.openxmlformats.org/officeDocument/2006/relationships/font" Target="fonts/WorkSansLight-regular.fntdata"/><Relationship Id="rId14" Type="http://schemas.openxmlformats.org/officeDocument/2006/relationships/slide" Target="slides/slide10.xml"/><Relationship Id="rId36" Type="http://schemas.openxmlformats.org/officeDocument/2006/relationships/font" Target="fonts/WorkSans-boldItalic.fntdata"/><Relationship Id="rId17" Type="http://schemas.openxmlformats.org/officeDocument/2006/relationships/slide" Target="slides/slide13.xml"/><Relationship Id="rId39" Type="http://schemas.openxmlformats.org/officeDocument/2006/relationships/font" Target="fonts/WorkSansLight-italic.fntdata"/><Relationship Id="rId16" Type="http://schemas.openxmlformats.org/officeDocument/2006/relationships/slide" Target="slides/slide12.xml"/><Relationship Id="rId38" Type="http://schemas.openxmlformats.org/officeDocument/2006/relationships/font" Target="fonts/WorkSansLight-bold.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MX"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MX"/>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 name="Google Shape;11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 name="Google Shape;18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 name="Google Shape;19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 name="Google Shape;20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2" name="Google Shape;21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2" name="Google Shape;22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3" name="Google Shape;23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MX"/>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4" name="Google Shape;26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apositiva de título">
  <p:cSld name="1_Diapositiva de título">
    <p:spTree>
      <p:nvGrpSpPr>
        <p:cNvPr id="13" name="Shape 13"/>
        <p:cNvGrpSpPr/>
        <p:nvPr/>
      </p:nvGrpSpPr>
      <p:grpSpPr>
        <a:xfrm>
          <a:off x="0" y="0"/>
          <a:ext cx="0" cy="0"/>
          <a:chOff x="0" y="0"/>
          <a:chExt cx="0" cy="0"/>
        </a:xfrm>
      </p:grpSpPr>
      <p:pic>
        <p:nvPicPr>
          <p:cNvPr descr="Interfaz de usuario gráfica, Texto, Aplicación&#10;&#10;Descripción generada automáticamente" id="14" name="Google Shape;14;g39698cb6222_0_137"/>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Encabezado de sección">
  <p:cSld name="1_Encabezado de sección">
    <p:spTree>
      <p:nvGrpSpPr>
        <p:cNvPr id="15" name="Shape 15"/>
        <p:cNvGrpSpPr/>
        <p:nvPr/>
      </p:nvGrpSpPr>
      <p:grpSpPr>
        <a:xfrm>
          <a:off x="0" y="0"/>
          <a:ext cx="0" cy="0"/>
          <a:chOff x="0" y="0"/>
          <a:chExt cx="0" cy="0"/>
        </a:xfrm>
      </p:grpSpPr>
      <p:pic>
        <p:nvPicPr>
          <p:cNvPr id="16" name="Google Shape;16;g39698cb6222_0_139"/>
          <p:cNvPicPr preferRelativeResize="0"/>
          <p:nvPr/>
        </p:nvPicPr>
        <p:blipFill rotWithShape="1">
          <a:blip r:embed="rId2">
            <a:alphaModFix/>
          </a:blip>
          <a:srcRect b="0" l="0" r="0" t="0"/>
          <a:stretch/>
        </p:blipFill>
        <p:spPr>
          <a:xfrm>
            <a:off x="11027833" y="317431"/>
            <a:ext cx="811390" cy="79058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Encabezado de sección">
  <p:cSld name="2_Encabezado de sección">
    <p:spTree>
      <p:nvGrpSpPr>
        <p:cNvPr id="17" name="Shape 17"/>
        <p:cNvGrpSpPr/>
        <p:nvPr/>
      </p:nvGrpSpPr>
      <p:grpSpPr>
        <a:xfrm>
          <a:off x="0" y="0"/>
          <a:ext cx="0" cy="0"/>
          <a:chOff x="0" y="0"/>
          <a:chExt cx="0" cy="0"/>
        </a:xfrm>
      </p:grpSpPr>
      <p:pic>
        <p:nvPicPr>
          <p:cNvPr descr="Patrón de fondo&#10;&#10;Descripción generada automáticamente" id="18" name="Google Shape;18;g39698cb6222_0_141"/>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id="19" name="Google Shape;19;g39698cb6222_0_141"/>
          <p:cNvPicPr preferRelativeResize="0"/>
          <p:nvPr/>
        </p:nvPicPr>
        <p:blipFill rotWithShape="1">
          <a:blip r:embed="rId3">
            <a:alphaModFix/>
          </a:blip>
          <a:srcRect b="0" l="0" r="0" t="0"/>
          <a:stretch/>
        </p:blipFill>
        <p:spPr>
          <a:xfrm>
            <a:off x="11054859" y="303050"/>
            <a:ext cx="855785" cy="833983"/>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g39698cb6222_0_14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2" name="Google Shape;22;g39698cb6222_0_14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3" name="Google Shape;23;g39698cb6222_0_14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4" name="Google Shape;24;g39698cb6222_0_14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5" name="Shape 25"/>
        <p:cNvGrpSpPr/>
        <p:nvPr/>
      </p:nvGrpSpPr>
      <p:grpSpPr>
        <a:xfrm>
          <a:off x="0" y="0"/>
          <a:ext cx="0" cy="0"/>
          <a:chOff x="0" y="0"/>
          <a:chExt cx="0" cy="0"/>
        </a:xfrm>
      </p:grpSpPr>
      <p:sp>
        <p:nvSpPr>
          <p:cNvPr id="26" name="Google Shape;26;g39698cb6222_0_135"/>
          <p:cNvSpPr txBox="1"/>
          <p:nvPr>
            <p:ph idx="12" type="sldNum"/>
          </p:nvPr>
        </p:nvSpPr>
        <p:spPr>
          <a:xfrm>
            <a:off x="11381736" y="6333134"/>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27" name="Shape 27"/>
        <p:cNvGrpSpPr/>
        <p:nvPr/>
      </p:nvGrpSpPr>
      <p:grpSpPr>
        <a:xfrm>
          <a:off x="0" y="0"/>
          <a:ext cx="0" cy="0"/>
          <a:chOff x="0" y="0"/>
          <a:chExt cx="0" cy="0"/>
        </a:xfrm>
      </p:grpSpPr>
      <p:sp>
        <p:nvSpPr>
          <p:cNvPr id="28" name="Google Shape;28;g39698cb6222_0_64"/>
          <p:cNvSpPr/>
          <p:nvPr/>
        </p:nvSpPr>
        <p:spPr>
          <a:xfrm>
            <a:off x="0" y="0"/>
            <a:ext cx="12192000" cy="650400"/>
          </a:xfrm>
          <a:prstGeom prst="rect">
            <a:avLst/>
          </a:prstGeom>
          <a:solidFill>
            <a:schemeClr val="l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9" name="Google Shape;29;g39698cb6222_0_64"/>
          <p:cNvGrpSpPr/>
          <p:nvPr/>
        </p:nvGrpSpPr>
        <p:grpSpPr>
          <a:xfrm>
            <a:off x="1107036" y="1588427"/>
            <a:ext cx="994316" cy="61102"/>
            <a:chOff x="4580561" y="2589004"/>
            <a:chExt cx="1064464" cy="25200"/>
          </a:xfrm>
        </p:grpSpPr>
        <p:sp>
          <p:nvSpPr>
            <p:cNvPr id="30" name="Google Shape;30;g39698cb6222_0_64"/>
            <p:cNvSpPr/>
            <p:nvPr/>
          </p:nvSpPr>
          <p:spPr>
            <a:xfrm rot="-5400000">
              <a:off x="5366325" y="2335504"/>
              <a:ext cx="25200" cy="532200"/>
            </a:xfrm>
            <a:prstGeom prst="rect">
              <a:avLst/>
            </a:prstGeom>
            <a:solidFill>
              <a:schemeClr val="accent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g39698cb6222_0_64"/>
            <p:cNvSpPr/>
            <p:nvPr/>
          </p:nvSpPr>
          <p:spPr>
            <a:xfrm rot="-5400000">
              <a:off x="4836311" y="2333254"/>
              <a:ext cx="25200" cy="5367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 name="Google Shape;32;g39698cb6222_0_64"/>
          <p:cNvSpPr txBox="1"/>
          <p:nvPr>
            <p:ph type="ctrTitle"/>
          </p:nvPr>
        </p:nvSpPr>
        <p:spPr>
          <a:xfrm>
            <a:off x="972600" y="1763267"/>
            <a:ext cx="10250700" cy="22197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5600"/>
              <a:buNone/>
              <a:defRPr sz="5600"/>
            </a:lvl1pPr>
            <a:lvl2pPr lvl="1" algn="l">
              <a:lnSpc>
                <a:spcPct val="100000"/>
              </a:lnSpc>
              <a:spcBef>
                <a:spcPts val="0"/>
              </a:spcBef>
              <a:spcAft>
                <a:spcPts val="0"/>
              </a:spcAft>
              <a:buSzPts val="5600"/>
              <a:buNone/>
              <a:defRPr sz="5600"/>
            </a:lvl2pPr>
            <a:lvl3pPr lvl="2" algn="l">
              <a:lnSpc>
                <a:spcPct val="100000"/>
              </a:lnSpc>
              <a:spcBef>
                <a:spcPts val="0"/>
              </a:spcBef>
              <a:spcAft>
                <a:spcPts val="0"/>
              </a:spcAft>
              <a:buSzPts val="5600"/>
              <a:buNone/>
              <a:defRPr sz="5600"/>
            </a:lvl3pPr>
            <a:lvl4pPr lvl="3" algn="l">
              <a:lnSpc>
                <a:spcPct val="100000"/>
              </a:lnSpc>
              <a:spcBef>
                <a:spcPts val="0"/>
              </a:spcBef>
              <a:spcAft>
                <a:spcPts val="0"/>
              </a:spcAft>
              <a:buSzPts val="5600"/>
              <a:buNone/>
              <a:defRPr sz="5600"/>
            </a:lvl4pPr>
            <a:lvl5pPr lvl="4" algn="l">
              <a:lnSpc>
                <a:spcPct val="100000"/>
              </a:lnSpc>
              <a:spcBef>
                <a:spcPts val="0"/>
              </a:spcBef>
              <a:spcAft>
                <a:spcPts val="0"/>
              </a:spcAft>
              <a:buSzPts val="5600"/>
              <a:buNone/>
              <a:defRPr sz="5600"/>
            </a:lvl5pPr>
            <a:lvl6pPr lvl="5" algn="l">
              <a:lnSpc>
                <a:spcPct val="100000"/>
              </a:lnSpc>
              <a:spcBef>
                <a:spcPts val="0"/>
              </a:spcBef>
              <a:spcAft>
                <a:spcPts val="0"/>
              </a:spcAft>
              <a:buSzPts val="5600"/>
              <a:buNone/>
              <a:defRPr sz="5600"/>
            </a:lvl6pPr>
            <a:lvl7pPr lvl="6" algn="l">
              <a:lnSpc>
                <a:spcPct val="100000"/>
              </a:lnSpc>
              <a:spcBef>
                <a:spcPts val="0"/>
              </a:spcBef>
              <a:spcAft>
                <a:spcPts val="0"/>
              </a:spcAft>
              <a:buSzPts val="5600"/>
              <a:buNone/>
              <a:defRPr sz="5600"/>
            </a:lvl7pPr>
            <a:lvl8pPr lvl="7" algn="l">
              <a:lnSpc>
                <a:spcPct val="100000"/>
              </a:lnSpc>
              <a:spcBef>
                <a:spcPts val="0"/>
              </a:spcBef>
              <a:spcAft>
                <a:spcPts val="0"/>
              </a:spcAft>
              <a:buSzPts val="5600"/>
              <a:buNone/>
              <a:defRPr sz="5600"/>
            </a:lvl8pPr>
            <a:lvl9pPr lvl="8" algn="l">
              <a:lnSpc>
                <a:spcPct val="100000"/>
              </a:lnSpc>
              <a:spcBef>
                <a:spcPts val="0"/>
              </a:spcBef>
              <a:spcAft>
                <a:spcPts val="0"/>
              </a:spcAft>
              <a:buSzPts val="5600"/>
              <a:buNone/>
              <a:defRPr sz="5600"/>
            </a:lvl9pPr>
          </a:lstStyle>
          <a:p/>
        </p:txBody>
      </p:sp>
      <p:sp>
        <p:nvSpPr>
          <p:cNvPr id="33" name="Google Shape;33;g39698cb6222_0_64"/>
          <p:cNvSpPr txBox="1"/>
          <p:nvPr>
            <p:ph idx="1" type="subTitle"/>
          </p:nvPr>
        </p:nvSpPr>
        <p:spPr>
          <a:xfrm>
            <a:off x="972837" y="4230533"/>
            <a:ext cx="10250700" cy="721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2100"/>
              <a:buNone/>
              <a:defRPr sz="2100"/>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
        <p:nvSpPr>
          <p:cNvPr id="34" name="Google Shape;34;g39698cb6222_0_64"/>
          <p:cNvSpPr txBox="1"/>
          <p:nvPr>
            <p:ph idx="12" type="sldNum"/>
          </p:nvPr>
        </p:nvSpPr>
        <p:spPr>
          <a:xfrm>
            <a:off x="11381736" y="6333134"/>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35" name="Shape 35"/>
        <p:cNvGrpSpPr/>
        <p:nvPr/>
      </p:nvGrpSpPr>
      <p:grpSpPr>
        <a:xfrm>
          <a:off x="0" y="0"/>
          <a:ext cx="0" cy="0"/>
          <a:chOff x="0" y="0"/>
          <a:chExt cx="0" cy="0"/>
        </a:xfrm>
      </p:grpSpPr>
      <p:grpSp>
        <p:nvGrpSpPr>
          <p:cNvPr id="36" name="Google Shape;36;g39698cb6222_0_72"/>
          <p:cNvGrpSpPr/>
          <p:nvPr/>
        </p:nvGrpSpPr>
        <p:grpSpPr>
          <a:xfrm>
            <a:off x="1107036" y="1588427"/>
            <a:ext cx="994316" cy="61102"/>
            <a:chOff x="4580561" y="2589004"/>
            <a:chExt cx="1064464" cy="25200"/>
          </a:xfrm>
        </p:grpSpPr>
        <p:sp>
          <p:nvSpPr>
            <p:cNvPr id="37" name="Google Shape;37;g39698cb6222_0_72"/>
            <p:cNvSpPr/>
            <p:nvPr/>
          </p:nvSpPr>
          <p:spPr>
            <a:xfrm rot="-5400000">
              <a:off x="5366325" y="2335504"/>
              <a:ext cx="25200" cy="532200"/>
            </a:xfrm>
            <a:prstGeom prst="rect">
              <a:avLst/>
            </a:prstGeom>
            <a:solidFill>
              <a:schemeClr val="l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g39698cb6222_0_72"/>
            <p:cNvSpPr/>
            <p:nvPr/>
          </p:nvSpPr>
          <p:spPr>
            <a:xfrm rot="-5400000">
              <a:off x="4836311" y="2333254"/>
              <a:ext cx="25200" cy="536700"/>
            </a:xfrm>
            <a:prstGeom prst="rect">
              <a:avLst/>
            </a:prstGeom>
            <a:solidFill>
              <a:schemeClr val="l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9" name="Google Shape;39;g39698cb6222_0_72"/>
          <p:cNvSpPr txBox="1"/>
          <p:nvPr>
            <p:ph type="title"/>
          </p:nvPr>
        </p:nvSpPr>
        <p:spPr>
          <a:xfrm>
            <a:off x="972600" y="1763267"/>
            <a:ext cx="10251300" cy="20247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40" name="Google Shape;40;g39698cb6222_0_72"/>
          <p:cNvSpPr txBox="1"/>
          <p:nvPr>
            <p:ph idx="12" type="sldNum"/>
          </p:nvPr>
        </p:nvSpPr>
        <p:spPr>
          <a:xfrm>
            <a:off x="11381736" y="6333134"/>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sp>
        <p:nvSpPr>
          <p:cNvPr id="42" name="Google Shape;42;g39698cb6222_0_78"/>
          <p:cNvSpPr/>
          <p:nvPr/>
        </p:nvSpPr>
        <p:spPr>
          <a:xfrm>
            <a:off x="0" y="0"/>
            <a:ext cx="12192000" cy="6504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3" name="Google Shape;43;g39698cb6222_0_78"/>
          <p:cNvGrpSpPr/>
          <p:nvPr/>
        </p:nvGrpSpPr>
        <p:grpSpPr>
          <a:xfrm>
            <a:off x="1107036" y="1588427"/>
            <a:ext cx="994316" cy="61102"/>
            <a:chOff x="4580561" y="2589004"/>
            <a:chExt cx="1064464" cy="25200"/>
          </a:xfrm>
        </p:grpSpPr>
        <p:sp>
          <p:nvSpPr>
            <p:cNvPr id="44" name="Google Shape;44;g39698cb6222_0_78"/>
            <p:cNvSpPr/>
            <p:nvPr/>
          </p:nvSpPr>
          <p:spPr>
            <a:xfrm rot="-5400000">
              <a:off x="5366325" y="2335504"/>
              <a:ext cx="25200" cy="532200"/>
            </a:xfrm>
            <a:prstGeom prst="rect">
              <a:avLst/>
            </a:prstGeom>
            <a:solidFill>
              <a:schemeClr val="accent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g39698cb6222_0_78"/>
            <p:cNvSpPr/>
            <p:nvPr/>
          </p:nvSpPr>
          <p:spPr>
            <a:xfrm rot="-5400000">
              <a:off x="4836311" y="2333254"/>
              <a:ext cx="25200" cy="5367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6" name="Google Shape;46;g39698cb6222_0_78"/>
          <p:cNvSpPr txBox="1"/>
          <p:nvPr>
            <p:ph type="title"/>
          </p:nvPr>
        </p:nvSpPr>
        <p:spPr>
          <a:xfrm>
            <a:off x="972600" y="1758200"/>
            <a:ext cx="10251600" cy="7137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500"/>
              <a:buNone/>
              <a:defRPr sz="3500"/>
            </a:lvl1pPr>
            <a:lvl2pPr lvl="1" algn="l">
              <a:lnSpc>
                <a:spcPct val="100000"/>
              </a:lnSpc>
              <a:spcBef>
                <a:spcPts val="0"/>
              </a:spcBef>
              <a:spcAft>
                <a:spcPts val="0"/>
              </a:spcAft>
              <a:buSzPts val="3500"/>
              <a:buNone/>
              <a:defRPr sz="3500"/>
            </a:lvl2pPr>
            <a:lvl3pPr lvl="2" algn="l">
              <a:lnSpc>
                <a:spcPct val="100000"/>
              </a:lnSpc>
              <a:spcBef>
                <a:spcPts val="0"/>
              </a:spcBef>
              <a:spcAft>
                <a:spcPts val="0"/>
              </a:spcAft>
              <a:buSzPts val="3500"/>
              <a:buNone/>
              <a:defRPr sz="3500"/>
            </a:lvl3pPr>
            <a:lvl4pPr lvl="3" algn="l">
              <a:lnSpc>
                <a:spcPct val="100000"/>
              </a:lnSpc>
              <a:spcBef>
                <a:spcPts val="0"/>
              </a:spcBef>
              <a:spcAft>
                <a:spcPts val="0"/>
              </a:spcAft>
              <a:buSzPts val="3500"/>
              <a:buNone/>
              <a:defRPr sz="3500"/>
            </a:lvl4pPr>
            <a:lvl5pPr lvl="4" algn="l">
              <a:lnSpc>
                <a:spcPct val="100000"/>
              </a:lnSpc>
              <a:spcBef>
                <a:spcPts val="0"/>
              </a:spcBef>
              <a:spcAft>
                <a:spcPts val="0"/>
              </a:spcAft>
              <a:buSzPts val="3500"/>
              <a:buNone/>
              <a:defRPr sz="3500"/>
            </a:lvl5pPr>
            <a:lvl6pPr lvl="5" algn="l">
              <a:lnSpc>
                <a:spcPct val="100000"/>
              </a:lnSpc>
              <a:spcBef>
                <a:spcPts val="0"/>
              </a:spcBef>
              <a:spcAft>
                <a:spcPts val="0"/>
              </a:spcAft>
              <a:buSzPts val="3500"/>
              <a:buNone/>
              <a:defRPr sz="3500"/>
            </a:lvl6pPr>
            <a:lvl7pPr lvl="6" algn="l">
              <a:lnSpc>
                <a:spcPct val="100000"/>
              </a:lnSpc>
              <a:spcBef>
                <a:spcPts val="0"/>
              </a:spcBef>
              <a:spcAft>
                <a:spcPts val="0"/>
              </a:spcAft>
              <a:buSzPts val="3500"/>
              <a:buNone/>
              <a:defRPr sz="3500"/>
            </a:lvl7pPr>
            <a:lvl8pPr lvl="7" algn="l">
              <a:lnSpc>
                <a:spcPct val="100000"/>
              </a:lnSpc>
              <a:spcBef>
                <a:spcPts val="0"/>
              </a:spcBef>
              <a:spcAft>
                <a:spcPts val="0"/>
              </a:spcAft>
              <a:buSzPts val="3500"/>
              <a:buNone/>
              <a:defRPr sz="3500"/>
            </a:lvl8pPr>
            <a:lvl9pPr lvl="8" algn="l">
              <a:lnSpc>
                <a:spcPct val="100000"/>
              </a:lnSpc>
              <a:spcBef>
                <a:spcPts val="0"/>
              </a:spcBef>
              <a:spcAft>
                <a:spcPts val="0"/>
              </a:spcAft>
              <a:buSzPts val="3500"/>
              <a:buNone/>
              <a:defRPr sz="3500"/>
            </a:lvl9pPr>
          </a:lstStyle>
          <a:p/>
        </p:txBody>
      </p:sp>
      <p:sp>
        <p:nvSpPr>
          <p:cNvPr id="47" name="Google Shape;47;g39698cb6222_0_78"/>
          <p:cNvSpPr txBox="1"/>
          <p:nvPr>
            <p:ph idx="1" type="body"/>
          </p:nvPr>
        </p:nvSpPr>
        <p:spPr>
          <a:xfrm>
            <a:off x="972600" y="2771833"/>
            <a:ext cx="10251600" cy="3014700"/>
          </a:xfrm>
          <a:prstGeom prst="rect">
            <a:avLst/>
          </a:prstGeom>
          <a:noFill/>
          <a:ln>
            <a:noFill/>
          </a:ln>
        </p:spPr>
        <p:txBody>
          <a:bodyPr anchorCtr="0" anchor="t" bIns="121900" lIns="121900" spcFirstLastPara="1" rIns="121900" wrap="square" tIns="121900">
            <a:normAutofit/>
          </a:bodyPr>
          <a:lstStyle>
            <a:lvl1pPr indent="-336550" lvl="0" marL="457200" algn="l">
              <a:lnSpc>
                <a:spcPct val="115000"/>
              </a:lnSpc>
              <a:spcBef>
                <a:spcPts val="0"/>
              </a:spcBef>
              <a:spcAft>
                <a:spcPts val="0"/>
              </a:spcAft>
              <a:buSzPts val="1700"/>
              <a:buChar char="●"/>
              <a:defRPr/>
            </a:lvl1pPr>
            <a:lvl2pPr indent="-323850" lvl="1" marL="914400" algn="l">
              <a:lnSpc>
                <a:spcPct val="115000"/>
              </a:lnSpc>
              <a:spcBef>
                <a:spcPts val="0"/>
              </a:spcBef>
              <a:spcAft>
                <a:spcPts val="0"/>
              </a:spcAft>
              <a:buSzPts val="1500"/>
              <a:buChar char="○"/>
              <a:defRPr/>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
        <p:nvSpPr>
          <p:cNvPr id="48" name="Google Shape;48;g39698cb6222_0_78"/>
          <p:cNvSpPr txBox="1"/>
          <p:nvPr>
            <p:ph idx="12" type="sldNum"/>
          </p:nvPr>
        </p:nvSpPr>
        <p:spPr>
          <a:xfrm>
            <a:off x="11381736" y="6333134"/>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9" name="Shape 49"/>
        <p:cNvGrpSpPr/>
        <p:nvPr/>
      </p:nvGrpSpPr>
      <p:grpSpPr>
        <a:xfrm>
          <a:off x="0" y="0"/>
          <a:ext cx="0" cy="0"/>
          <a:chOff x="0" y="0"/>
          <a:chExt cx="0" cy="0"/>
        </a:xfrm>
      </p:grpSpPr>
      <p:sp>
        <p:nvSpPr>
          <p:cNvPr id="50" name="Google Shape;50;g39698cb6222_0_86"/>
          <p:cNvSpPr/>
          <p:nvPr/>
        </p:nvSpPr>
        <p:spPr>
          <a:xfrm>
            <a:off x="0" y="0"/>
            <a:ext cx="12192000" cy="6504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1" name="Google Shape;51;g39698cb6222_0_86"/>
          <p:cNvGrpSpPr/>
          <p:nvPr/>
        </p:nvGrpSpPr>
        <p:grpSpPr>
          <a:xfrm>
            <a:off x="1107036" y="1588427"/>
            <a:ext cx="994316" cy="61102"/>
            <a:chOff x="4580561" y="2589004"/>
            <a:chExt cx="1064464" cy="25200"/>
          </a:xfrm>
        </p:grpSpPr>
        <p:sp>
          <p:nvSpPr>
            <p:cNvPr id="52" name="Google Shape;52;g39698cb6222_0_86"/>
            <p:cNvSpPr/>
            <p:nvPr/>
          </p:nvSpPr>
          <p:spPr>
            <a:xfrm rot="-5400000">
              <a:off x="5366325" y="2335504"/>
              <a:ext cx="25200" cy="532200"/>
            </a:xfrm>
            <a:prstGeom prst="rect">
              <a:avLst/>
            </a:prstGeom>
            <a:solidFill>
              <a:schemeClr val="accent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g39698cb6222_0_86"/>
            <p:cNvSpPr/>
            <p:nvPr/>
          </p:nvSpPr>
          <p:spPr>
            <a:xfrm rot="-5400000">
              <a:off x="4836311" y="2333254"/>
              <a:ext cx="25200" cy="5367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 name="Google Shape;54;g39698cb6222_0_86"/>
          <p:cNvSpPr txBox="1"/>
          <p:nvPr>
            <p:ph type="title"/>
          </p:nvPr>
        </p:nvSpPr>
        <p:spPr>
          <a:xfrm>
            <a:off x="972600" y="1758200"/>
            <a:ext cx="10251300" cy="7137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500"/>
              <a:buNone/>
              <a:defRPr sz="3500"/>
            </a:lvl1pPr>
            <a:lvl2pPr lvl="1" algn="l">
              <a:lnSpc>
                <a:spcPct val="100000"/>
              </a:lnSpc>
              <a:spcBef>
                <a:spcPts val="0"/>
              </a:spcBef>
              <a:spcAft>
                <a:spcPts val="0"/>
              </a:spcAft>
              <a:buSzPts val="3500"/>
              <a:buNone/>
              <a:defRPr sz="3500"/>
            </a:lvl2pPr>
            <a:lvl3pPr lvl="2" algn="l">
              <a:lnSpc>
                <a:spcPct val="100000"/>
              </a:lnSpc>
              <a:spcBef>
                <a:spcPts val="0"/>
              </a:spcBef>
              <a:spcAft>
                <a:spcPts val="0"/>
              </a:spcAft>
              <a:buSzPts val="3500"/>
              <a:buNone/>
              <a:defRPr sz="3500"/>
            </a:lvl3pPr>
            <a:lvl4pPr lvl="3" algn="l">
              <a:lnSpc>
                <a:spcPct val="100000"/>
              </a:lnSpc>
              <a:spcBef>
                <a:spcPts val="0"/>
              </a:spcBef>
              <a:spcAft>
                <a:spcPts val="0"/>
              </a:spcAft>
              <a:buSzPts val="3500"/>
              <a:buNone/>
              <a:defRPr sz="3500"/>
            </a:lvl4pPr>
            <a:lvl5pPr lvl="4" algn="l">
              <a:lnSpc>
                <a:spcPct val="100000"/>
              </a:lnSpc>
              <a:spcBef>
                <a:spcPts val="0"/>
              </a:spcBef>
              <a:spcAft>
                <a:spcPts val="0"/>
              </a:spcAft>
              <a:buSzPts val="3500"/>
              <a:buNone/>
              <a:defRPr sz="3500"/>
            </a:lvl5pPr>
            <a:lvl6pPr lvl="5" algn="l">
              <a:lnSpc>
                <a:spcPct val="100000"/>
              </a:lnSpc>
              <a:spcBef>
                <a:spcPts val="0"/>
              </a:spcBef>
              <a:spcAft>
                <a:spcPts val="0"/>
              </a:spcAft>
              <a:buSzPts val="3500"/>
              <a:buNone/>
              <a:defRPr sz="3500"/>
            </a:lvl6pPr>
            <a:lvl7pPr lvl="6" algn="l">
              <a:lnSpc>
                <a:spcPct val="100000"/>
              </a:lnSpc>
              <a:spcBef>
                <a:spcPts val="0"/>
              </a:spcBef>
              <a:spcAft>
                <a:spcPts val="0"/>
              </a:spcAft>
              <a:buSzPts val="3500"/>
              <a:buNone/>
              <a:defRPr sz="3500"/>
            </a:lvl7pPr>
            <a:lvl8pPr lvl="7" algn="l">
              <a:lnSpc>
                <a:spcPct val="100000"/>
              </a:lnSpc>
              <a:spcBef>
                <a:spcPts val="0"/>
              </a:spcBef>
              <a:spcAft>
                <a:spcPts val="0"/>
              </a:spcAft>
              <a:buSzPts val="3500"/>
              <a:buNone/>
              <a:defRPr sz="3500"/>
            </a:lvl8pPr>
            <a:lvl9pPr lvl="8" algn="l">
              <a:lnSpc>
                <a:spcPct val="100000"/>
              </a:lnSpc>
              <a:spcBef>
                <a:spcPts val="0"/>
              </a:spcBef>
              <a:spcAft>
                <a:spcPts val="0"/>
              </a:spcAft>
              <a:buSzPts val="3500"/>
              <a:buNone/>
              <a:defRPr sz="3500"/>
            </a:lvl9pPr>
          </a:lstStyle>
          <a:p/>
        </p:txBody>
      </p:sp>
      <p:sp>
        <p:nvSpPr>
          <p:cNvPr id="55" name="Google Shape;55;g39698cb6222_0_86"/>
          <p:cNvSpPr txBox="1"/>
          <p:nvPr>
            <p:ph idx="1" type="body"/>
          </p:nvPr>
        </p:nvSpPr>
        <p:spPr>
          <a:xfrm>
            <a:off x="972434" y="2771833"/>
            <a:ext cx="5032500" cy="3014700"/>
          </a:xfrm>
          <a:prstGeom prst="rect">
            <a:avLst/>
          </a:prstGeom>
          <a:noFill/>
          <a:ln>
            <a:noFill/>
          </a:ln>
        </p:spPr>
        <p:txBody>
          <a:bodyPr anchorCtr="0" anchor="t" bIns="121900" lIns="121900" spcFirstLastPara="1" rIns="121900" wrap="square" tIns="121900">
            <a:normAutofit/>
          </a:bodyPr>
          <a:lstStyle>
            <a:lvl1pPr indent="-336550" lvl="0" marL="457200" algn="l">
              <a:lnSpc>
                <a:spcPct val="115000"/>
              </a:lnSpc>
              <a:spcBef>
                <a:spcPts val="0"/>
              </a:spcBef>
              <a:spcAft>
                <a:spcPts val="0"/>
              </a:spcAft>
              <a:buSzPts val="1700"/>
              <a:buChar char="●"/>
              <a:defRPr/>
            </a:lvl1pPr>
            <a:lvl2pPr indent="-323850" lvl="1" marL="914400" algn="l">
              <a:lnSpc>
                <a:spcPct val="115000"/>
              </a:lnSpc>
              <a:spcBef>
                <a:spcPts val="0"/>
              </a:spcBef>
              <a:spcAft>
                <a:spcPts val="0"/>
              </a:spcAft>
              <a:buSzPts val="1500"/>
              <a:buChar char="○"/>
              <a:defRPr/>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
        <p:nvSpPr>
          <p:cNvPr id="56" name="Google Shape;56;g39698cb6222_0_86"/>
          <p:cNvSpPr txBox="1"/>
          <p:nvPr>
            <p:ph idx="2" type="body"/>
          </p:nvPr>
        </p:nvSpPr>
        <p:spPr>
          <a:xfrm>
            <a:off x="6191471" y="2771833"/>
            <a:ext cx="5032500" cy="3014700"/>
          </a:xfrm>
          <a:prstGeom prst="rect">
            <a:avLst/>
          </a:prstGeom>
          <a:noFill/>
          <a:ln>
            <a:noFill/>
          </a:ln>
        </p:spPr>
        <p:txBody>
          <a:bodyPr anchorCtr="0" anchor="t" bIns="121900" lIns="121900" spcFirstLastPara="1" rIns="121900" wrap="square" tIns="121900">
            <a:normAutofit/>
          </a:bodyPr>
          <a:lstStyle>
            <a:lvl1pPr indent="-336550" lvl="0" marL="457200" algn="l">
              <a:lnSpc>
                <a:spcPct val="115000"/>
              </a:lnSpc>
              <a:spcBef>
                <a:spcPts val="0"/>
              </a:spcBef>
              <a:spcAft>
                <a:spcPts val="0"/>
              </a:spcAft>
              <a:buSzPts val="1700"/>
              <a:buChar char="●"/>
              <a:defRPr/>
            </a:lvl1pPr>
            <a:lvl2pPr indent="-323850" lvl="1" marL="914400" algn="l">
              <a:lnSpc>
                <a:spcPct val="115000"/>
              </a:lnSpc>
              <a:spcBef>
                <a:spcPts val="0"/>
              </a:spcBef>
              <a:spcAft>
                <a:spcPts val="0"/>
              </a:spcAft>
              <a:buSzPts val="1500"/>
              <a:buChar char="○"/>
              <a:defRPr/>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
        <p:nvSpPr>
          <p:cNvPr id="57" name="Google Shape;57;g39698cb6222_0_86"/>
          <p:cNvSpPr txBox="1"/>
          <p:nvPr>
            <p:ph idx="12" type="sldNum"/>
          </p:nvPr>
        </p:nvSpPr>
        <p:spPr>
          <a:xfrm>
            <a:off x="11381736" y="6333134"/>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 name="Shape 58"/>
        <p:cNvGrpSpPr/>
        <p:nvPr/>
      </p:nvGrpSpPr>
      <p:grpSpPr>
        <a:xfrm>
          <a:off x="0" y="0"/>
          <a:ext cx="0" cy="0"/>
          <a:chOff x="0" y="0"/>
          <a:chExt cx="0" cy="0"/>
        </a:xfrm>
      </p:grpSpPr>
      <p:sp>
        <p:nvSpPr>
          <p:cNvPr id="59" name="Google Shape;59;g39698cb6222_0_95"/>
          <p:cNvSpPr/>
          <p:nvPr/>
        </p:nvSpPr>
        <p:spPr>
          <a:xfrm>
            <a:off x="0" y="0"/>
            <a:ext cx="12192000" cy="6504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0" name="Google Shape;60;g39698cb6222_0_95"/>
          <p:cNvGrpSpPr/>
          <p:nvPr/>
        </p:nvGrpSpPr>
        <p:grpSpPr>
          <a:xfrm>
            <a:off x="1107036" y="1588427"/>
            <a:ext cx="994316" cy="61102"/>
            <a:chOff x="4580561" y="2589004"/>
            <a:chExt cx="1064464" cy="25200"/>
          </a:xfrm>
        </p:grpSpPr>
        <p:sp>
          <p:nvSpPr>
            <p:cNvPr id="61" name="Google Shape;61;g39698cb6222_0_95"/>
            <p:cNvSpPr/>
            <p:nvPr/>
          </p:nvSpPr>
          <p:spPr>
            <a:xfrm rot="-5400000">
              <a:off x="5366325" y="2335504"/>
              <a:ext cx="25200" cy="532200"/>
            </a:xfrm>
            <a:prstGeom prst="rect">
              <a:avLst/>
            </a:prstGeom>
            <a:solidFill>
              <a:schemeClr val="accent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g39698cb6222_0_95"/>
            <p:cNvSpPr/>
            <p:nvPr/>
          </p:nvSpPr>
          <p:spPr>
            <a:xfrm rot="-5400000">
              <a:off x="4836311" y="2333254"/>
              <a:ext cx="25200" cy="5367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3" name="Google Shape;63;g39698cb6222_0_95"/>
          <p:cNvSpPr txBox="1"/>
          <p:nvPr>
            <p:ph type="title"/>
          </p:nvPr>
        </p:nvSpPr>
        <p:spPr>
          <a:xfrm>
            <a:off x="972600" y="1758200"/>
            <a:ext cx="10251300" cy="7137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500"/>
              <a:buNone/>
              <a:defRPr sz="3500"/>
            </a:lvl1pPr>
            <a:lvl2pPr lvl="1" algn="l">
              <a:lnSpc>
                <a:spcPct val="100000"/>
              </a:lnSpc>
              <a:spcBef>
                <a:spcPts val="0"/>
              </a:spcBef>
              <a:spcAft>
                <a:spcPts val="0"/>
              </a:spcAft>
              <a:buSzPts val="3500"/>
              <a:buNone/>
              <a:defRPr sz="3500"/>
            </a:lvl2pPr>
            <a:lvl3pPr lvl="2" algn="l">
              <a:lnSpc>
                <a:spcPct val="100000"/>
              </a:lnSpc>
              <a:spcBef>
                <a:spcPts val="0"/>
              </a:spcBef>
              <a:spcAft>
                <a:spcPts val="0"/>
              </a:spcAft>
              <a:buSzPts val="3500"/>
              <a:buNone/>
              <a:defRPr sz="3500"/>
            </a:lvl3pPr>
            <a:lvl4pPr lvl="3" algn="l">
              <a:lnSpc>
                <a:spcPct val="100000"/>
              </a:lnSpc>
              <a:spcBef>
                <a:spcPts val="0"/>
              </a:spcBef>
              <a:spcAft>
                <a:spcPts val="0"/>
              </a:spcAft>
              <a:buSzPts val="3500"/>
              <a:buNone/>
              <a:defRPr sz="3500"/>
            </a:lvl4pPr>
            <a:lvl5pPr lvl="4" algn="l">
              <a:lnSpc>
                <a:spcPct val="100000"/>
              </a:lnSpc>
              <a:spcBef>
                <a:spcPts val="0"/>
              </a:spcBef>
              <a:spcAft>
                <a:spcPts val="0"/>
              </a:spcAft>
              <a:buSzPts val="3500"/>
              <a:buNone/>
              <a:defRPr sz="3500"/>
            </a:lvl5pPr>
            <a:lvl6pPr lvl="5" algn="l">
              <a:lnSpc>
                <a:spcPct val="100000"/>
              </a:lnSpc>
              <a:spcBef>
                <a:spcPts val="0"/>
              </a:spcBef>
              <a:spcAft>
                <a:spcPts val="0"/>
              </a:spcAft>
              <a:buSzPts val="3500"/>
              <a:buNone/>
              <a:defRPr sz="3500"/>
            </a:lvl6pPr>
            <a:lvl7pPr lvl="6" algn="l">
              <a:lnSpc>
                <a:spcPct val="100000"/>
              </a:lnSpc>
              <a:spcBef>
                <a:spcPts val="0"/>
              </a:spcBef>
              <a:spcAft>
                <a:spcPts val="0"/>
              </a:spcAft>
              <a:buSzPts val="3500"/>
              <a:buNone/>
              <a:defRPr sz="3500"/>
            </a:lvl7pPr>
            <a:lvl8pPr lvl="7" algn="l">
              <a:lnSpc>
                <a:spcPct val="100000"/>
              </a:lnSpc>
              <a:spcBef>
                <a:spcPts val="0"/>
              </a:spcBef>
              <a:spcAft>
                <a:spcPts val="0"/>
              </a:spcAft>
              <a:buSzPts val="3500"/>
              <a:buNone/>
              <a:defRPr sz="3500"/>
            </a:lvl8pPr>
            <a:lvl9pPr lvl="8" algn="l">
              <a:lnSpc>
                <a:spcPct val="100000"/>
              </a:lnSpc>
              <a:spcBef>
                <a:spcPts val="0"/>
              </a:spcBef>
              <a:spcAft>
                <a:spcPts val="0"/>
              </a:spcAft>
              <a:buSzPts val="3500"/>
              <a:buNone/>
              <a:defRPr sz="3500"/>
            </a:lvl9pPr>
          </a:lstStyle>
          <a:p/>
        </p:txBody>
      </p:sp>
      <p:sp>
        <p:nvSpPr>
          <p:cNvPr id="64" name="Google Shape;64;g39698cb6222_0_95"/>
          <p:cNvSpPr txBox="1"/>
          <p:nvPr>
            <p:ph idx="12" type="sldNum"/>
          </p:nvPr>
        </p:nvSpPr>
        <p:spPr>
          <a:xfrm>
            <a:off x="11381736" y="6333134"/>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5" name="Shape 65"/>
        <p:cNvGrpSpPr/>
        <p:nvPr/>
      </p:nvGrpSpPr>
      <p:grpSpPr>
        <a:xfrm>
          <a:off x="0" y="0"/>
          <a:ext cx="0" cy="0"/>
          <a:chOff x="0" y="0"/>
          <a:chExt cx="0" cy="0"/>
        </a:xfrm>
      </p:grpSpPr>
      <p:sp>
        <p:nvSpPr>
          <p:cNvPr id="66" name="Google Shape;66;g39698cb6222_0_102"/>
          <p:cNvSpPr/>
          <p:nvPr/>
        </p:nvSpPr>
        <p:spPr>
          <a:xfrm>
            <a:off x="0" y="0"/>
            <a:ext cx="12192000" cy="6504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7" name="Google Shape;67;g39698cb6222_0_102"/>
          <p:cNvGrpSpPr/>
          <p:nvPr/>
        </p:nvGrpSpPr>
        <p:grpSpPr>
          <a:xfrm>
            <a:off x="1107036" y="1588427"/>
            <a:ext cx="994316" cy="61102"/>
            <a:chOff x="4580561" y="2589004"/>
            <a:chExt cx="1064464" cy="25200"/>
          </a:xfrm>
        </p:grpSpPr>
        <p:sp>
          <p:nvSpPr>
            <p:cNvPr id="68" name="Google Shape;68;g39698cb6222_0_102"/>
            <p:cNvSpPr/>
            <p:nvPr/>
          </p:nvSpPr>
          <p:spPr>
            <a:xfrm rot="-5400000">
              <a:off x="5366325" y="2335504"/>
              <a:ext cx="25200" cy="532200"/>
            </a:xfrm>
            <a:prstGeom prst="rect">
              <a:avLst/>
            </a:prstGeom>
            <a:solidFill>
              <a:schemeClr val="accent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g39698cb6222_0_102"/>
            <p:cNvSpPr/>
            <p:nvPr/>
          </p:nvSpPr>
          <p:spPr>
            <a:xfrm rot="-5400000">
              <a:off x="4836311" y="2333254"/>
              <a:ext cx="25200" cy="5367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0" name="Google Shape;70;g39698cb6222_0_102"/>
          <p:cNvSpPr txBox="1"/>
          <p:nvPr>
            <p:ph type="title"/>
          </p:nvPr>
        </p:nvSpPr>
        <p:spPr>
          <a:xfrm>
            <a:off x="973333" y="1758200"/>
            <a:ext cx="4401300" cy="18420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500"/>
              <a:buNone/>
              <a:defRPr sz="3500"/>
            </a:lvl1pPr>
            <a:lvl2pPr lvl="1" algn="l">
              <a:lnSpc>
                <a:spcPct val="100000"/>
              </a:lnSpc>
              <a:spcBef>
                <a:spcPts val="0"/>
              </a:spcBef>
              <a:spcAft>
                <a:spcPts val="0"/>
              </a:spcAft>
              <a:buSzPts val="3500"/>
              <a:buNone/>
              <a:defRPr sz="3500"/>
            </a:lvl2pPr>
            <a:lvl3pPr lvl="2" algn="l">
              <a:lnSpc>
                <a:spcPct val="100000"/>
              </a:lnSpc>
              <a:spcBef>
                <a:spcPts val="0"/>
              </a:spcBef>
              <a:spcAft>
                <a:spcPts val="0"/>
              </a:spcAft>
              <a:buSzPts val="3500"/>
              <a:buNone/>
              <a:defRPr sz="3500"/>
            </a:lvl3pPr>
            <a:lvl4pPr lvl="3" algn="l">
              <a:lnSpc>
                <a:spcPct val="100000"/>
              </a:lnSpc>
              <a:spcBef>
                <a:spcPts val="0"/>
              </a:spcBef>
              <a:spcAft>
                <a:spcPts val="0"/>
              </a:spcAft>
              <a:buSzPts val="3500"/>
              <a:buNone/>
              <a:defRPr sz="3500"/>
            </a:lvl4pPr>
            <a:lvl5pPr lvl="4" algn="l">
              <a:lnSpc>
                <a:spcPct val="100000"/>
              </a:lnSpc>
              <a:spcBef>
                <a:spcPts val="0"/>
              </a:spcBef>
              <a:spcAft>
                <a:spcPts val="0"/>
              </a:spcAft>
              <a:buSzPts val="3500"/>
              <a:buNone/>
              <a:defRPr sz="3500"/>
            </a:lvl5pPr>
            <a:lvl6pPr lvl="5" algn="l">
              <a:lnSpc>
                <a:spcPct val="100000"/>
              </a:lnSpc>
              <a:spcBef>
                <a:spcPts val="0"/>
              </a:spcBef>
              <a:spcAft>
                <a:spcPts val="0"/>
              </a:spcAft>
              <a:buSzPts val="3500"/>
              <a:buNone/>
              <a:defRPr sz="3500"/>
            </a:lvl6pPr>
            <a:lvl7pPr lvl="6" algn="l">
              <a:lnSpc>
                <a:spcPct val="100000"/>
              </a:lnSpc>
              <a:spcBef>
                <a:spcPts val="0"/>
              </a:spcBef>
              <a:spcAft>
                <a:spcPts val="0"/>
              </a:spcAft>
              <a:buSzPts val="3500"/>
              <a:buNone/>
              <a:defRPr sz="3500"/>
            </a:lvl7pPr>
            <a:lvl8pPr lvl="7" algn="l">
              <a:lnSpc>
                <a:spcPct val="100000"/>
              </a:lnSpc>
              <a:spcBef>
                <a:spcPts val="0"/>
              </a:spcBef>
              <a:spcAft>
                <a:spcPts val="0"/>
              </a:spcAft>
              <a:buSzPts val="3500"/>
              <a:buNone/>
              <a:defRPr sz="3500"/>
            </a:lvl8pPr>
            <a:lvl9pPr lvl="8" algn="l">
              <a:lnSpc>
                <a:spcPct val="100000"/>
              </a:lnSpc>
              <a:spcBef>
                <a:spcPts val="0"/>
              </a:spcBef>
              <a:spcAft>
                <a:spcPts val="0"/>
              </a:spcAft>
              <a:buSzPts val="3500"/>
              <a:buNone/>
              <a:defRPr sz="3500"/>
            </a:lvl9pPr>
          </a:lstStyle>
          <a:p/>
        </p:txBody>
      </p:sp>
      <p:sp>
        <p:nvSpPr>
          <p:cNvPr id="71" name="Google Shape;71;g39698cb6222_0_102"/>
          <p:cNvSpPr txBox="1"/>
          <p:nvPr>
            <p:ph idx="1" type="body"/>
          </p:nvPr>
        </p:nvSpPr>
        <p:spPr>
          <a:xfrm>
            <a:off x="961633" y="3708967"/>
            <a:ext cx="4401300" cy="2130000"/>
          </a:xfrm>
          <a:prstGeom prst="rect">
            <a:avLst/>
          </a:prstGeom>
          <a:noFill/>
          <a:ln>
            <a:noFill/>
          </a:ln>
        </p:spPr>
        <p:txBody>
          <a:bodyPr anchorCtr="0" anchor="t" bIns="121900" lIns="121900" spcFirstLastPara="1" rIns="121900" wrap="square" tIns="121900">
            <a:normAutofit/>
          </a:bodyPr>
          <a:lstStyle>
            <a:lvl1pPr indent="-336550" lvl="0" marL="457200" algn="l">
              <a:lnSpc>
                <a:spcPct val="115000"/>
              </a:lnSpc>
              <a:spcBef>
                <a:spcPts val="0"/>
              </a:spcBef>
              <a:spcAft>
                <a:spcPts val="0"/>
              </a:spcAft>
              <a:buSzPts val="1700"/>
              <a:buChar char="●"/>
              <a:defRPr/>
            </a:lvl1pPr>
            <a:lvl2pPr indent="-323850" lvl="1" marL="914400" algn="l">
              <a:lnSpc>
                <a:spcPct val="115000"/>
              </a:lnSpc>
              <a:spcBef>
                <a:spcPts val="0"/>
              </a:spcBef>
              <a:spcAft>
                <a:spcPts val="0"/>
              </a:spcAft>
              <a:buSzPts val="1500"/>
              <a:buChar char="○"/>
              <a:defRPr/>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
        <p:nvSpPr>
          <p:cNvPr id="72" name="Google Shape;72;g39698cb6222_0_102"/>
          <p:cNvSpPr txBox="1"/>
          <p:nvPr>
            <p:ph idx="12" type="sldNum"/>
          </p:nvPr>
        </p:nvSpPr>
        <p:spPr>
          <a:xfrm>
            <a:off x="11381736" y="6333134"/>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73" name="Shape 73"/>
        <p:cNvGrpSpPr/>
        <p:nvPr/>
      </p:nvGrpSpPr>
      <p:grpSpPr>
        <a:xfrm>
          <a:off x="0" y="0"/>
          <a:ext cx="0" cy="0"/>
          <a:chOff x="0" y="0"/>
          <a:chExt cx="0" cy="0"/>
        </a:xfrm>
      </p:grpSpPr>
      <p:grpSp>
        <p:nvGrpSpPr>
          <p:cNvPr id="74" name="Google Shape;74;g39698cb6222_0_110"/>
          <p:cNvGrpSpPr/>
          <p:nvPr/>
        </p:nvGrpSpPr>
        <p:grpSpPr>
          <a:xfrm>
            <a:off x="1107036" y="5558926"/>
            <a:ext cx="994316" cy="61102"/>
            <a:chOff x="4580561" y="2589004"/>
            <a:chExt cx="1064464" cy="25200"/>
          </a:xfrm>
        </p:grpSpPr>
        <p:sp>
          <p:nvSpPr>
            <p:cNvPr id="75" name="Google Shape;75;g39698cb6222_0_110"/>
            <p:cNvSpPr/>
            <p:nvPr/>
          </p:nvSpPr>
          <p:spPr>
            <a:xfrm rot="-5400000">
              <a:off x="5366325" y="2335504"/>
              <a:ext cx="25200" cy="532200"/>
            </a:xfrm>
            <a:prstGeom prst="rect">
              <a:avLst/>
            </a:prstGeom>
            <a:solidFill>
              <a:schemeClr val="l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g39698cb6222_0_110"/>
            <p:cNvSpPr/>
            <p:nvPr/>
          </p:nvSpPr>
          <p:spPr>
            <a:xfrm rot="-5400000">
              <a:off x="4836311" y="2333254"/>
              <a:ext cx="25200" cy="536700"/>
            </a:xfrm>
            <a:prstGeom prst="rect">
              <a:avLst/>
            </a:prstGeom>
            <a:solidFill>
              <a:schemeClr val="l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7" name="Google Shape;77;g39698cb6222_0_110"/>
          <p:cNvSpPr txBox="1"/>
          <p:nvPr>
            <p:ph type="title"/>
          </p:nvPr>
        </p:nvSpPr>
        <p:spPr>
          <a:xfrm>
            <a:off x="972600" y="1152400"/>
            <a:ext cx="9361500" cy="3980100"/>
          </a:xfrm>
          <a:prstGeom prst="rect">
            <a:avLst/>
          </a:prstGeom>
          <a:noFill/>
          <a:ln>
            <a:noFill/>
          </a:ln>
        </p:spPr>
        <p:txBody>
          <a:bodyPr anchorCtr="0" anchor="ctr" bIns="121900" lIns="121900" spcFirstLastPara="1" rIns="121900" wrap="square" tIns="121900">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78" name="Google Shape;78;g39698cb6222_0_110"/>
          <p:cNvSpPr txBox="1"/>
          <p:nvPr>
            <p:ph idx="12" type="sldNum"/>
          </p:nvPr>
        </p:nvSpPr>
        <p:spPr>
          <a:xfrm>
            <a:off x="11381736" y="6333134"/>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9" name="Shape 79"/>
        <p:cNvGrpSpPr/>
        <p:nvPr/>
      </p:nvGrpSpPr>
      <p:grpSpPr>
        <a:xfrm>
          <a:off x="0" y="0"/>
          <a:ext cx="0" cy="0"/>
          <a:chOff x="0" y="0"/>
          <a:chExt cx="0" cy="0"/>
        </a:xfrm>
      </p:grpSpPr>
      <p:sp>
        <p:nvSpPr>
          <p:cNvPr id="80" name="Google Shape;80;g39698cb6222_0_116"/>
          <p:cNvSpPr/>
          <p:nvPr/>
        </p:nvSpPr>
        <p:spPr>
          <a:xfrm>
            <a:off x="0" y="0"/>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1" name="Google Shape;81;g39698cb6222_0_116"/>
          <p:cNvGrpSpPr/>
          <p:nvPr/>
        </p:nvGrpSpPr>
        <p:grpSpPr>
          <a:xfrm>
            <a:off x="1107036" y="1588427"/>
            <a:ext cx="994316" cy="61102"/>
            <a:chOff x="4580561" y="2589004"/>
            <a:chExt cx="1064464" cy="25200"/>
          </a:xfrm>
        </p:grpSpPr>
        <p:sp>
          <p:nvSpPr>
            <p:cNvPr id="82" name="Google Shape;82;g39698cb6222_0_116"/>
            <p:cNvSpPr/>
            <p:nvPr/>
          </p:nvSpPr>
          <p:spPr>
            <a:xfrm rot="-5400000">
              <a:off x="5366325" y="2335504"/>
              <a:ext cx="25200" cy="532200"/>
            </a:xfrm>
            <a:prstGeom prst="rect">
              <a:avLst/>
            </a:prstGeom>
            <a:solidFill>
              <a:schemeClr val="accent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g39698cb6222_0_116"/>
            <p:cNvSpPr/>
            <p:nvPr/>
          </p:nvSpPr>
          <p:spPr>
            <a:xfrm rot="-5400000">
              <a:off x="4836311" y="2333254"/>
              <a:ext cx="25200" cy="5367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4" name="Google Shape;84;g39698cb6222_0_116"/>
          <p:cNvSpPr txBox="1"/>
          <p:nvPr>
            <p:ph type="title"/>
          </p:nvPr>
        </p:nvSpPr>
        <p:spPr>
          <a:xfrm>
            <a:off x="973333" y="1758200"/>
            <a:ext cx="4401300" cy="22497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500"/>
              <a:buNone/>
              <a:defRPr sz="3500"/>
            </a:lvl1pPr>
            <a:lvl2pPr lvl="1" algn="l">
              <a:lnSpc>
                <a:spcPct val="100000"/>
              </a:lnSpc>
              <a:spcBef>
                <a:spcPts val="0"/>
              </a:spcBef>
              <a:spcAft>
                <a:spcPts val="0"/>
              </a:spcAft>
              <a:buSzPts val="3500"/>
              <a:buNone/>
              <a:defRPr sz="3500"/>
            </a:lvl2pPr>
            <a:lvl3pPr lvl="2" algn="l">
              <a:lnSpc>
                <a:spcPct val="100000"/>
              </a:lnSpc>
              <a:spcBef>
                <a:spcPts val="0"/>
              </a:spcBef>
              <a:spcAft>
                <a:spcPts val="0"/>
              </a:spcAft>
              <a:buSzPts val="3500"/>
              <a:buNone/>
              <a:defRPr sz="3500"/>
            </a:lvl3pPr>
            <a:lvl4pPr lvl="3" algn="l">
              <a:lnSpc>
                <a:spcPct val="100000"/>
              </a:lnSpc>
              <a:spcBef>
                <a:spcPts val="0"/>
              </a:spcBef>
              <a:spcAft>
                <a:spcPts val="0"/>
              </a:spcAft>
              <a:buSzPts val="3500"/>
              <a:buNone/>
              <a:defRPr sz="3500"/>
            </a:lvl4pPr>
            <a:lvl5pPr lvl="4" algn="l">
              <a:lnSpc>
                <a:spcPct val="100000"/>
              </a:lnSpc>
              <a:spcBef>
                <a:spcPts val="0"/>
              </a:spcBef>
              <a:spcAft>
                <a:spcPts val="0"/>
              </a:spcAft>
              <a:buSzPts val="3500"/>
              <a:buNone/>
              <a:defRPr sz="3500"/>
            </a:lvl5pPr>
            <a:lvl6pPr lvl="5" algn="l">
              <a:lnSpc>
                <a:spcPct val="100000"/>
              </a:lnSpc>
              <a:spcBef>
                <a:spcPts val="0"/>
              </a:spcBef>
              <a:spcAft>
                <a:spcPts val="0"/>
              </a:spcAft>
              <a:buSzPts val="3500"/>
              <a:buNone/>
              <a:defRPr sz="3500"/>
            </a:lvl6pPr>
            <a:lvl7pPr lvl="6" algn="l">
              <a:lnSpc>
                <a:spcPct val="100000"/>
              </a:lnSpc>
              <a:spcBef>
                <a:spcPts val="0"/>
              </a:spcBef>
              <a:spcAft>
                <a:spcPts val="0"/>
              </a:spcAft>
              <a:buSzPts val="3500"/>
              <a:buNone/>
              <a:defRPr sz="3500"/>
            </a:lvl7pPr>
            <a:lvl8pPr lvl="7" algn="l">
              <a:lnSpc>
                <a:spcPct val="100000"/>
              </a:lnSpc>
              <a:spcBef>
                <a:spcPts val="0"/>
              </a:spcBef>
              <a:spcAft>
                <a:spcPts val="0"/>
              </a:spcAft>
              <a:buSzPts val="3500"/>
              <a:buNone/>
              <a:defRPr sz="3500"/>
            </a:lvl8pPr>
            <a:lvl9pPr lvl="8" algn="l">
              <a:lnSpc>
                <a:spcPct val="100000"/>
              </a:lnSpc>
              <a:spcBef>
                <a:spcPts val="0"/>
              </a:spcBef>
              <a:spcAft>
                <a:spcPts val="0"/>
              </a:spcAft>
              <a:buSzPts val="3500"/>
              <a:buNone/>
              <a:defRPr sz="3500"/>
            </a:lvl9pPr>
          </a:lstStyle>
          <a:p/>
        </p:txBody>
      </p:sp>
      <p:sp>
        <p:nvSpPr>
          <p:cNvPr id="85" name="Google Shape;85;g39698cb6222_0_116"/>
          <p:cNvSpPr txBox="1"/>
          <p:nvPr>
            <p:ph idx="1" type="subTitle"/>
          </p:nvPr>
        </p:nvSpPr>
        <p:spPr>
          <a:xfrm>
            <a:off x="966600" y="4215367"/>
            <a:ext cx="4401300" cy="10119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2100"/>
              <a:buNone/>
              <a:defRPr sz="2100"/>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
        <p:nvSpPr>
          <p:cNvPr id="86" name="Google Shape;86;g39698cb6222_0_116"/>
          <p:cNvSpPr txBox="1"/>
          <p:nvPr>
            <p:ph idx="2" type="body"/>
          </p:nvPr>
        </p:nvSpPr>
        <p:spPr>
          <a:xfrm>
            <a:off x="6898967" y="1803500"/>
            <a:ext cx="4499100" cy="4034100"/>
          </a:xfrm>
          <a:prstGeom prst="rect">
            <a:avLst/>
          </a:prstGeom>
          <a:noFill/>
          <a:ln>
            <a:noFill/>
          </a:ln>
        </p:spPr>
        <p:txBody>
          <a:bodyPr anchorCtr="0" anchor="t" bIns="121900" lIns="121900" spcFirstLastPara="1" rIns="121900" wrap="square" tIns="121900">
            <a:normAutofit/>
          </a:bodyPr>
          <a:lstStyle>
            <a:lvl1pPr indent="-336550" lvl="0" marL="457200" algn="l">
              <a:lnSpc>
                <a:spcPct val="115000"/>
              </a:lnSpc>
              <a:spcBef>
                <a:spcPts val="0"/>
              </a:spcBef>
              <a:spcAft>
                <a:spcPts val="0"/>
              </a:spcAft>
              <a:buSzPts val="1700"/>
              <a:buChar char="●"/>
              <a:defRPr/>
            </a:lvl1pPr>
            <a:lvl2pPr indent="-323850" lvl="1" marL="914400" algn="l">
              <a:lnSpc>
                <a:spcPct val="115000"/>
              </a:lnSpc>
              <a:spcBef>
                <a:spcPts val="0"/>
              </a:spcBef>
              <a:spcAft>
                <a:spcPts val="0"/>
              </a:spcAft>
              <a:buSzPts val="1500"/>
              <a:buChar char="○"/>
              <a:defRPr/>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
        <p:nvSpPr>
          <p:cNvPr id="87" name="Google Shape;87;g39698cb6222_0_116"/>
          <p:cNvSpPr txBox="1"/>
          <p:nvPr>
            <p:ph idx="12" type="sldNum"/>
          </p:nvPr>
        </p:nvSpPr>
        <p:spPr>
          <a:xfrm>
            <a:off x="11381736" y="6333134"/>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8" name="Shape 88"/>
        <p:cNvGrpSpPr/>
        <p:nvPr/>
      </p:nvGrpSpPr>
      <p:grpSpPr>
        <a:xfrm>
          <a:off x="0" y="0"/>
          <a:ext cx="0" cy="0"/>
          <a:chOff x="0" y="0"/>
          <a:chExt cx="0" cy="0"/>
        </a:xfrm>
      </p:grpSpPr>
      <p:sp>
        <p:nvSpPr>
          <p:cNvPr id="89" name="Google Shape;89;g39698cb6222_0_125"/>
          <p:cNvSpPr txBox="1"/>
          <p:nvPr>
            <p:ph idx="1" type="body"/>
          </p:nvPr>
        </p:nvSpPr>
        <p:spPr>
          <a:xfrm>
            <a:off x="966600" y="5830068"/>
            <a:ext cx="10263300" cy="614100"/>
          </a:xfrm>
          <a:prstGeom prst="rect">
            <a:avLst/>
          </a:prstGeom>
          <a:noFill/>
          <a:ln>
            <a:noFill/>
          </a:ln>
        </p:spPr>
        <p:txBody>
          <a:bodyPr anchorCtr="0" anchor="ctr" bIns="121900" lIns="121900" spcFirstLastPara="1" rIns="121900" wrap="square" tIns="121900">
            <a:normAutofit/>
          </a:bodyPr>
          <a:lstStyle>
            <a:lvl1pPr indent="-228600" lvl="0" marL="457200" algn="l">
              <a:lnSpc>
                <a:spcPct val="100000"/>
              </a:lnSpc>
              <a:spcBef>
                <a:spcPts val="0"/>
              </a:spcBef>
              <a:spcAft>
                <a:spcPts val="0"/>
              </a:spcAft>
              <a:buSzPts val="1700"/>
              <a:buNone/>
              <a:defRPr/>
            </a:lvl1pPr>
          </a:lstStyle>
          <a:p/>
        </p:txBody>
      </p:sp>
      <p:sp>
        <p:nvSpPr>
          <p:cNvPr id="90" name="Google Shape;90;g39698cb6222_0_125"/>
          <p:cNvSpPr txBox="1"/>
          <p:nvPr>
            <p:ph idx="12" type="sldNum"/>
          </p:nvPr>
        </p:nvSpPr>
        <p:spPr>
          <a:xfrm>
            <a:off x="11381736" y="6333134"/>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91" name="Shape 91"/>
        <p:cNvGrpSpPr/>
        <p:nvPr/>
      </p:nvGrpSpPr>
      <p:grpSpPr>
        <a:xfrm>
          <a:off x="0" y="0"/>
          <a:ext cx="0" cy="0"/>
          <a:chOff x="0" y="0"/>
          <a:chExt cx="0" cy="0"/>
        </a:xfrm>
      </p:grpSpPr>
      <p:grpSp>
        <p:nvGrpSpPr>
          <p:cNvPr id="92" name="Google Shape;92;g39698cb6222_0_128"/>
          <p:cNvGrpSpPr/>
          <p:nvPr/>
        </p:nvGrpSpPr>
        <p:grpSpPr>
          <a:xfrm>
            <a:off x="1107036" y="5558926"/>
            <a:ext cx="994316" cy="61102"/>
            <a:chOff x="4580561" y="2589004"/>
            <a:chExt cx="1064464" cy="25200"/>
          </a:xfrm>
        </p:grpSpPr>
        <p:sp>
          <p:nvSpPr>
            <p:cNvPr id="93" name="Google Shape;93;g39698cb6222_0_128"/>
            <p:cNvSpPr/>
            <p:nvPr/>
          </p:nvSpPr>
          <p:spPr>
            <a:xfrm rot="-5400000">
              <a:off x="5366325" y="2335504"/>
              <a:ext cx="25200" cy="532200"/>
            </a:xfrm>
            <a:prstGeom prst="rect">
              <a:avLst/>
            </a:prstGeom>
            <a:solidFill>
              <a:schemeClr val="l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g39698cb6222_0_128"/>
            <p:cNvSpPr/>
            <p:nvPr/>
          </p:nvSpPr>
          <p:spPr>
            <a:xfrm rot="-5400000">
              <a:off x="4836311" y="2333254"/>
              <a:ext cx="25200" cy="536700"/>
            </a:xfrm>
            <a:prstGeom prst="rect">
              <a:avLst/>
            </a:prstGeom>
            <a:solidFill>
              <a:schemeClr val="l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5" name="Google Shape;95;g39698cb6222_0_128"/>
          <p:cNvSpPr txBox="1"/>
          <p:nvPr>
            <p:ph hasCustomPrompt="1" type="title"/>
          </p:nvPr>
        </p:nvSpPr>
        <p:spPr>
          <a:xfrm>
            <a:off x="972600" y="978600"/>
            <a:ext cx="10251300" cy="16596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Clr>
                <a:schemeClr val="lt1"/>
              </a:buClr>
              <a:buSzPts val="10700"/>
              <a:buNone/>
              <a:defRPr sz="10700">
                <a:solidFill>
                  <a:schemeClr val="lt1"/>
                </a:solidFill>
              </a:defRPr>
            </a:lvl1pPr>
            <a:lvl2pPr lvl="1" algn="l">
              <a:lnSpc>
                <a:spcPct val="100000"/>
              </a:lnSpc>
              <a:spcBef>
                <a:spcPts val="0"/>
              </a:spcBef>
              <a:spcAft>
                <a:spcPts val="0"/>
              </a:spcAft>
              <a:buClr>
                <a:schemeClr val="lt1"/>
              </a:buClr>
              <a:buSzPts val="10700"/>
              <a:buNone/>
              <a:defRPr sz="10700">
                <a:solidFill>
                  <a:schemeClr val="lt1"/>
                </a:solidFill>
              </a:defRPr>
            </a:lvl2pPr>
            <a:lvl3pPr lvl="2" algn="l">
              <a:lnSpc>
                <a:spcPct val="100000"/>
              </a:lnSpc>
              <a:spcBef>
                <a:spcPts val="0"/>
              </a:spcBef>
              <a:spcAft>
                <a:spcPts val="0"/>
              </a:spcAft>
              <a:buClr>
                <a:schemeClr val="lt1"/>
              </a:buClr>
              <a:buSzPts val="10700"/>
              <a:buNone/>
              <a:defRPr sz="10700">
                <a:solidFill>
                  <a:schemeClr val="lt1"/>
                </a:solidFill>
              </a:defRPr>
            </a:lvl3pPr>
            <a:lvl4pPr lvl="3" algn="l">
              <a:lnSpc>
                <a:spcPct val="100000"/>
              </a:lnSpc>
              <a:spcBef>
                <a:spcPts val="0"/>
              </a:spcBef>
              <a:spcAft>
                <a:spcPts val="0"/>
              </a:spcAft>
              <a:buClr>
                <a:schemeClr val="lt1"/>
              </a:buClr>
              <a:buSzPts val="10700"/>
              <a:buNone/>
              <a:defRPr sz="10700">
                <a:solidFill>
                  <a:schemeClr val="lt1"/>
                </a:solidFill>
              </a:defRPr>
            </a:lvl4pPr>
            <a:lvl5pPr lvl="4" algn="l">
              <a:lnSpc>
                <a:spcPct val="100000"/>
              </a:lnSpc>
              <a:spcBef>
                <a:spcPts val="0"/>
              </a:spcBef>
              <a:spcAft>
                <a:spcPts val="0"/>
              </a:spcAft>
              <a:buClr>
                <a:schemeClr val="lt1"/>
              </a:buClr>
              <a:buSzPts val="10700"/>
              <a:buNone/>
              <a:defRPr sz="10700">
                <a:solidFill>
                  <a:schemeClr val="lt1"/>
                </a:solidFill>
              </a:defRPr>
            </a:lvl5pPr>
            <a:lvl6pPr lvl="5" algn="l">
              <a:lnSpc>
                <a:spcPct val="100000"/>
              </a:lnSpc>
              <a:spcBef>
                <a:spcPts val="0"/>
              </a:spcBef>
              <a:spcAft>
                <a:spcPts val="0"/>
              </a:spcAft>
              <a:buClr>
                <a:schemeClr val="lt1"/>
              </a:buClr>
              <a:buSzPts val="10700"/>
              <a:buNone/>
              <a:defRPr sz="10700">
                <a:solidFill>
                  <a:schemeClr val="lt1"/>
                </a:solidFill>
              </a:defRPr>
            </a:lvl6pPr>
            <a:lvl7pPr lvl="6" algn="l">
              <a:lnSpc>
                <a:spcPct val="100000"/>
              </a:lnSpc>
              <a:spcBef>
                <a:spcPts val="0"/>
              </a:spcBef>
              <a:spcAft>
                <a:spcPts val="0"/>
              </a:spcAft>
              <a:buClr>
                <a:schemeClr val="lt1"/>
              </a:buClr>
              <a:buSzPts val="10700"/>
              <a:buNone/>
              <a:defRPr sz="10700">
                <a:solidFill>
                  <a:schemeClr val="lt1"/>
                </a:solidFill>
              </a:defRPr>
            </a:lvl7pPr>
            <a:lvl8pPr lvl="7" algn="l">
              <a:lnSpc>
                <a:spcPct val="100000"/>
              </a:lnSpc>
              <a:spcBef>
                <a:spcPts val="0"/>
              </a:spcBef>
              <a:spcAft>
                <a:spcPts val="0"/>
              </a:spcAft>
              <a:buClr>
                <a:schemeClr val="lt1"/>
              </a:buClr>
              <a:buSzPts val="10700"/>
              <a:buNone/>
              <a:defRPr sz="10700">
                <a:solidFill>
                  <a:schemeClr val="lt1"/>
                </a:solidFill>
              </a:defRPr>
            </a:lvl8pPr>
            <a:lvl9pPr lvl="8" algn="l">
              <a:lnSpc>
                <a:spcPct val="100000"/>
              </a:lnSpc>
              <a:spcBef>
                <a:spcPts val="0"/>
              </a:spcBef>
              <a:spcAft>
                <a:spcPts val="0"/>
              </a:spcAft>
              <a:buClr>
                <a:schemeClr val="lt1"/>
              </a:buClr>
              <a:buSzPts val="10700"/>
              <a:buNone/>
              <a:defRPr sz="10700">
                <a:solidFill>
                  <a:schemeClr val="lt1"/>
                </a:solidFill>
              </a:defRPr>
            </a:lvl9pPr>
          </a:lstStyle>
          <a:p>
            <a:r>
              <a:t>xx%</a:t>
            </a:r>
          </a:p>
        </p:txBody>
      </p:sp>
      <p:sp>
        <p:nvSpPr>
          <p:cNvPr id="96" name="Google Shape;96;g39698cb6222_0_128"/>
          <p:cNvSpPr txBox="1"/>
          <p:nvPr>
            <p:ph idx="1" type="body"/>
          </p:nvPr>
        </p:nvSpPr>
        <p:spPr>
          <a:xfrm>
            <a:off x="972600" y="3030517"/>
            <a:ext cx="10251300" cy="2107200"/>
          </a:xfrm>
          <a:prstGeom prst="rect">
            <a:avLst/>
          </a:prstGeom>
          <a:noFill/>
          <a:ln>
            <a:noFill/>
          </a:ln>
        </p:spPr>
        <p:txBody>
          <a:bodyPr anchorCtr="0" anchor="t" bIns="121900" lIns="121900" spcFirstLastPara="1" rIns="121900" wrap="square" tIns="121900">
            <a:normAutofit/>
          </a:bodyPr>
          <a:lstStyle>
            <a:lvl1pPr indent="-336550" lvl="0" marL="457200" algn="l">
              <a:lnSpc>
                <a:spcPct val="115000"/>
              </a:lnSpc>
              <a:spcBef>
                <a:spcPts val="0"/>
              </a:spcBef>
              <a:spcAft>
                <a:spcPts val="0"/>
              </a:spcAft>
              <a:buClr>
                <a:schemeClr val="lt1"/>
              </a:buClr>
              <a:buSzPts val="1700"/>
              <a:buChar char="●"/>
              <a:defRPr>
                <a:solidFill>
                  <a:schemeClr val="lt1"/>
                </a:solidFill>
              </a:defRPr>
            </a:lvl1pPr>
            <a:lvl2pPr indent="-323850" lvl="1" marL="914400" algn="l">
              <a:lnSpc>
                <a:spcPct val="115000"/>
              </a:lnSpc>
              <a:spcBef>
                <a:spcPts val="0"/>
              </a:spcBef>
              <a:spcAft>
                <a:spcPts val="0"/>
              </a:spcAft>
              <a:buClr>
                <a:schemeClr val="lt1"/>
              </a:buClr>
              <a:buSzPts val="1500"/>
              <a:buChar char="○"/>
              <a:defRPr>
                <a:solidFill>
                  <a:schemeClr val="lt1"/>
                </a:solidFill>
              </a:defRPr>
            </a:lvl2pPr>
            <a:lvl3pPr indent="-323850" lvl="2" marL="1371600" algn="l">
              <a:lnSpc>
                <a:spcPct val="115000"/>
              </a:lnSpc>
              <a:spcBef>
                <a:spcPts val="0"/>
              </a:spcBef>
              <a:spcAft>
                <a:spcPts val="0"/>
              </a:spcAft>
              <a:buClr>
                <a:schemeClr val="lt1"/>
              </a:buClr>
              <a:buSzPts val="1500"/>
              <a:buChar char="■"/>
              <a:defRPr>
                <a:solidFill>
                  <a:schemeClr val="lt1"/>
                </a:solidFill>
              </a:defRPr>
            </a:lvl3pPr>
            <a:lvl4pPr indent="-323850" lvl="3" marL="1828800" algn="l">
              <a:lnSpc>
                <a:spcPct val="115000"/>
              </a:lnSpc>
              <a:spcBef>
                <a:spcPts val="0"/>
              </a:spcBef>
              <a:spcAft>
                <a:spcPts val="0"/>
              </a:spcAft>
              <a:buClr>
                <a:schemeClr val="lt1"/>
              </a:buClr>
              <a:buSzPts val="1500"/>
              <a:buChar char="●"/>
              <a:defRPr>
                <a:solidFill>
                  <a:schemeClr val="lt1"/>
                </a:solidFill>
              </a:defRPr>
            </a:lvl4pPr>
            <a:lvl5pPr indent="-323850" lvl="4" marL="2286000" algn="l">
              <a:lnSpc>
                <a:spcPct val="115000"/>
              </a:lnSpc>
              <a:spcBef>
                <a:spcPts val="0"/>
              </a:spcBef>
              <a:spcAft>
                <a:spcPts val="0"/>
              </a:spcAft>
              <a:buClr>
                <a:schemeClr val="lt1"/>
              </a:buClr>
              <a:buSzPts val="1500"/>
              <a:buChar char="○"/>
              <a:defRPr>
                <a:solidFill>
                  <a:schemeClr val="lt1"/>
                </a:solidFill>
              </a:defRPr>
            </a:lvl5pPr>
            <a:lvl6pPr indent="-323850" lvl="5" marL="2743200" algn="l">
              <a:lnSpc>
                <a:spcPct val="115000"/>
              </a:lnSpc>
              <a:spcBef>
                <a:spcPts val="0"/>
              </a:spcBef>
              <a:spcAft>
                <a:spcPts val="0"/>
              </a:spcAft>
              <a:buClr>
                <a:schemeClr val="lt1"/>
              </a:buClr>
              <a:buSzPts val="1500"/>
              <a:buChar char="■"/>
              <a:defRPr>
                <a:solidFill>
                  <a:schemeClr val="lt1"/>
                </a:solidFill>
              </a:defRPr>
            </a:lvl6pPr>
            <a:lvl7pPr indent="-323850" lvl="6" marL="3200400" algn="l">
              <a:lnSpc>
                <a:spcPct val="115000"/>
              </a:lnSpc>
              <a:spcBef>
                <a:spcPts val="0"/>
              </a:spcBef>
              <a:spcAft>
                <a:spcPts val="0"/>
              </a:spcAft>
              <a:buClr>
                <a:schemeClr val="lt1"/>
              </a:buClr>
              <a:buSzPts val="1500"/>
              <a:buChar char="●"/>
              <a:defRPr>
                <a:solidFill>
                  <a:schemeClr val="lt1"/>
                </a:solidFill>
              </a:defRPr>
            </a:lvl7pPr>
            <a:lvl8pPr indent="-323850" lvl="7" marL="3657600" algn="l">
              <a:lnSpc>
                <a:spcPct val="115000"/>
              </a:lnSpc>
              <a:spcBef>
                <a:spcPts val="0"/>
              </a:spcBef>
              <a:spcAft>
                <a:spcPts val="0"/>
              </a:spcAft>
              <a:buClr>
                <a:schemeClr val="lt1"/>
              </a:buClr>
              <a:buSzPts val="1500"/>
              <a:buChar char="○"/>
              <a:defRPr>
                <a:solidFill>
                  <a:schemeClr val="lt1"/>
                </a:solidFill>
              </a:defRPr>
            </a:lvl8pPr>
            <a:lvl9pPr indent="-323850" lvl="8" marL="4114800" algn="l">
              <a:lnSpc>
                <a:spcPct val="115000"/>
              </a:lnSpc>
              <a:spcBef>
                <a:spcPts val="0"/>
              </a:spcBef>
              <a:spcAft>
                <a:spcPts val="0"/>
              </a:spcAft>
              <a:buClr>
                <a:schemeClr val="lt1"/>
              </a:buClr>
              <a:buSzPts val="1500"/>
              <a:buChar char="■"/>
              <a:defRPr>
                <a:solidFill>
                  <a:schemeClr val="lt1"/>
                </a:solidFill>
              </a:defRPr>
            </a:lvl9pPr>
          </a:lstStyle>
          <a:p/>
        </p:txBody>
      </p:sp>
      <p:sp>
        <p:nvSpPr>
          <p:cNvPr id="97" name="Google Shape;97;g39698cb6222_0_128"/>
          <p:cNvSpPr txBox="1"/>
          <p:nvPr>
            <p:ph idx="12" type="sldNum"/>
          </p:nvPr>
        </p:nvSpPr>
        <p:spPr>
          <a:xfrm>
            <a:off x="11381736" y="6333134"/>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9" name="Shape 9"/>
        <p:cNvGrpSpPr/>
        <p:nvPr/>
      </p:nvGrpSpPr>
      <p:grpSpPr>
        <a:xfrm>
          <a:off x="0" y="0"/>
          <a:ext cx="0" cy="0"/>
          <a:chOff x="0" y="0"/>
          <a:chExt cx="0" cy="0"/>
        </a:xfrm>
      </p:grpSpPr>
      <p:sp>
        <p:nvSpPr>
          <p:cNvPr id="10" name="Google Shape;10;g39698cb6222_0_60"/>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dk2"/>
              </a:buClr>
              <a:buSzPts val="3700"/>
              <a:buFont typeface="Raleway"/>
              <a:buNone/>
              <a:defRPr b="1" i="0" sz="37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3700"/>
              <a:buFont typeface="Raleway"/>
              <a:buNone/>
              <a:defRPr b="1" i="0" sz="37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3700"/>
              <a:buFont typeface="Raleway"/>
              <a:buNone/>
              <a:defRPr b="1" i="0" sz="37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3700"/>
              <a:buFont typeface="Raleway"/>
              <a:buNone/>
              <a:defRPr b="1" i="0" sz="37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3700"/>
              <a:buFont typeface="Raleway"/>
              <a:buNone/>
              <a:defRPr b="1" i="0" sz="37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3700"/>
              <a:buFont typeface="Raleway"/>
              <a:buNone/>
              <a:defRPr b="1" i="0" sz="37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3700"/>
              <a:buFont typeface="Raleway"/>
              <a:buNone/>
              <a:defRPr b="1" i="0" sz="37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3700"/>
              <a:buFont typeface="Raleway"/>
              <a:buNone/>
              <a:defRPr b="1" i="0" sz="37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3700"/>
              <a:buFont typeface="Raleway"/>
              <a:buNone/>
              <a:defRPr b="1" i="0" sz="3700" u="none" cap="none" strike="noStrike">
                <a:solidFill>
                  <a:schemeClr val="dk2"/>
                </a:solidFill>
                <a:latin typeface="Raleway"/>
                <a:ea typeface="Raleway"/>
                <a:cs typeface="Raleway"/>
                <a:sym typeface="Raleway"/>
              </a:defRPr>
            </a:lvl9pPr>
          </a:lstStyle>
          <a:p/>
        </p:txBody>
      </p:sp>
      <p:sp>
        <p:nvSpPr>
          <p:cNvPr id="11" name="Google Shape;11;g39698cb6222_0_60"/>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36550" lvl="0" marL="457200" marR="0" rtl="0" algn="l">
              <a:lnSpc>
                <a:spcPct val="115000"/>
              </a:lnSpc>
              <a:spcBef>
                <a:spcPts val="0"/>
              </a:spcBef>
              <a:spcAft>
                <a:spcPts val="0"/>
              </a:spcAft>
              <a:buClr>
                <a:schemeClr val="accent1"/>
              </a:buClr>
              <a:buSzPts val="1700"/>
              <a:buFont typeface="Lato"/>
              <a:buChar char="●"/>
              <a:defRPr b="0" i="0" sz="1700" u="none" cap="none" strike="noStrike">
                <a:solidFill>
                  <a:schemeClr val="accent1"/>
                </a:solidFill>
                <a:latin typeface="Lato"/>
                <a:ea typeface="Lato"/>
                <a:cs typeface="Lato"/>
                <a:sym typeface="Lato"/>
              </a:defRPr>
            </a:lvl1pPr>
            <a:lvl2pPr indent="-323850" lvl="1" marL="914400" marR="0" rtl="0" algn="l">
              <a:lnSpc>
                <a:spcPct val="115000"/>
              </a:lnSpc>
              <a:spcBef>
                <a:spcPts val="0"/>
              </a:spcBef>
              <a:spcAft>
                <a:spcPts val="0"/>
              </a:spcAft>
              <a:buClr>
                <a:schemeClr val="accent1"/>
              </a:buClr>
              <a:buSzPts val="1500"/>
              <a:buFont typeface="Lato"/>
              <a:buChar char="○"/>
              <a:defRPr b="0" i="0" sz="1500" u="none" cap="none" strike="noStrike">
                <a:solidFill>
                  <a:schemeClr val="accent1"/>
                </a:solidFill>
                <a:latin typeface="Lato"/>
                <a:ea typeface="Lato"/>
                <a:cs typeface="Lato"/>
                <a:sym typeface="Lato"/>
              </a:defRPr>
            </a:lvl2pPr>
            <a:lvl3pPr indent="-323850" lvl="2" marL="1371600" marR="0" rtl="0" algn="l">
              <a:lnSpc>
                <a:spcPct val="115000"/>
              </a:lnSpc>
              <a:spcBef>
                <a:spcPts val="0"/>
              </a:spcBef>
              <a:spcAft>
                <a:spcPts val="0"/>
              </a:spcAft>
              <a:buClr>
                <a:schemeClr val="accent1"/>
              </a:buClr>
              <a:buSzPts val="1500"/>
              <a:buFont typeface="Lato"/>
              <a:buChar char="■"/>
              <a:defRPr b="0" i="0" sz="1500" u="none" cap="none" strike="noStrike">
                <a:solidFill>
                  <a:schemeClr val="accent1"/>
                </a:solidFill>
                <a:latin typeface="Lato"/>
                <a:ea typeface="Lato"/>
                <a:cs typeface="Lato"/>
                <a:sym typeface="Lato"/>
              </a:defRPr>
            </a:lvl3pPr>
            <a:lvl4pPr indent="-323850" lvl="3" marL="1828800" marR="0" rtl="0" algn="l">
              <a:lnSpc>
                <a:spcPct val="115000"/>
              </a:lnSpc>
              <a:spcBef>
                <a:spcPts val="0"/>
              </a:spcBef>
              <a:spcAft>
                <a:spcPts val="0"/>
              </a:spcAft>
              <a:buClr>
                <a:schemeClr val="accent1"/>
              </a:buClr>
              <a:buSzPts val="1500"/>
              <a:buFont typeface="Lato"/>
              <a:buChar char="●"/>
              <a:defRPr b="0" i="0" sz="1500" u="none" cap="none" strike="noStrike">
                <a:solidFill>
                  <a:schemeClr val="accent1"/>
                </a:solidFill>
                <a:latin typeface="Lato"/>
                <a:ea typeface="Lato"/>
                <a:cs typeface="Lato"/>
                <a:sym typeface="Lato"/>
              </a:defRPr>
            </a:lvl4pPr>
            <a:lvl5pPr indent="-323850" lvl="4" marL="2286000" marR="0" rtl="0" algn="l">
              <a:lnSpc>
                <a:spcPct val="115000"/>
              </a:lnSpc>
              <a:spcBef>
                <a:spcPts val="0"/>
              </a:spcBef>
              <a:spcAft>
                <a:spcPts val="0"/>
              </a:spcAft>
              <a:buClr>
                <a:schemeClr val="accent1"/>
              </a:buClr>
              <a:buSzPts val="1500"/>
              <a:buFont typeface="Lato"/>
              <a:buChar char="○"/>
              <a:defRPr b="0" i="0" sz="1500" u="none" cap="none" strike="noStrike">
                <a:solidFill>
                  <a:schemeClr val="accent1"/>
                </a:solidFill>
                <a:latin typeface="Lato"/>
                <a:ea typeface="Lato"/>
                <a:cs typeface="Lato"/>
                <a:sym typeface="Lato"/>
              </a:defRPr>
            </a:lvl5pPr>
            <a:lvl6pPr indent="-323850" lvl="5" marL="2743200" marR="0" rtl="0" algn="l">
              <a:lnSpc>
                <a:spcPct val="115000"/>
              </a:lnSpc>
              <a:spcBef>
                <a:spcPts val="0"/>
              </a:spcBef>
              <a:spcAft>
                <a:spcPts val="0"/>
              </a:spcAft>
              <a:buClr>
                <a:schemeClr val="accent1"/>
              </a:buClr>
              <a:buSzPts val="1500"/>
              <a:buFont typeface="Lato"/>
              <a:buChar char="■"/>
              <a:defRPr b="0" i="0" sz="1500" u="none" cap="none" strike="noStrike">
                <a:solidFill>
                  <a:schemeClr val="accent1"/>
                </a:solidFill>
                <a:latin typeface="Lato"/>
                <a:ea typeface="Lato"/>
                <a:cs typeface="Lato"/>
                <a:sym typeface="Lato"/>
              </a:defRPr>
            </a:lvl6pPr>
            <a:lvl7pPr indent="-323850" lvl="6" marL="3200400" marR="0" rtl="0" algn="l">
              <a:lnSpc>
                <a:spcPct val="115000"/>
              </a:lnSpc>
              <a:spcBef>
                <a:spcPts val="0"/>
              </a:spcBef>
              <a:spcAft>
                <a:spcPts val="0"/>
              </a:spcAft>
              <a:buClr>
                <a:schemeClr val="accent1"/>
              </a:buClr>
              <a:buSzPts val="1500"/>
              <a:buFont typeface="Lato"/>
              <a:buChar char="●"/>
              <a:defRPr b="0" i="0" sz="1500" u="none" cap="none" strike="noStrike">
                <a:solidFill>
                  <a:schemeClr val="accent1"/>
                </a:solidFill>
                <a:latin typeface="Lato"/>
                <a:ea typeface="Lato"/>
                <a:cs typeface="Lato"/>
                <a:sym typeface="Lato"/>
              </a:defRPr>
            </a:lvl7pPr>
            <a:lvl8pPr indent="-323850" lvl="7" marL="3657600" marR="0" rtl="0" algn="l">
              <a:lnSpc>
                <a:spcPct val="115000"/>
              </a:lnSpc>
              <a:spcBef>
                <a:spcPts val="0"/>
              </a:spcBef>
              <a:spcAft>
                <a:spcPts val="0"/>
              </a:spcAft>
              <a:buClr>
                <a:schemeClr val="accent1"/>
              </a:buClr>
              <a:buSzPts val="1500"/>
              <a:buFont typeface="Lato"/>
              <a:buChar char="○"/>
              <a:defRPr b="0" i="0" sz="1500" u="none" cap="none" strike="noStrike">
                <a:solidFill>
                  <a:schemeClr val="accent1"/>
                </a:solidFill>
                <a:latin typeface="Lato"/>
                <a:ea typeface="Lato"/>
                <a:cs typeface="Lato"/>
                <a:sym typeface="Lato"/>
              </a:defRPr>
            </a:lvl8pPr>
            <a:lvl9pPr indent="-323850" lvl="8" marL="4114800" marR="0" rtl="0" algn="l">
              <a:lnSpc>
                <a:spcPct val="115000"/>
              </a:lnSpc>
              <a:spcBef>
                <a:spcPts val="0"/>
              </a:spcBef>
              <a:spcAft>
                <a:spcPts val="0"/>
              </a:spcAft>
              <a:buClr>
                <a:schemeClr val="accent1"/>
              </a:buClr>
              <a:buSzPts val="1500"/>
              <a:buFont typeface="Lato"/>
              <a:buChar char="■"/>
              <a:defRPr b="0" i="0" sz="1500" u="none" cap="none" strike="noStrike">
                <a:solidFill>
                  <a:schemeClr val="accent1"/>
                </a:solidFill>
                <a:latin typeface="Lato"/>
                <a:ea typeface="Lato"/>
                <a:cs typeface="Lato"/>
                <a:sym typeface="Lato"/>
              </a:defRPr>
            </a:lvl9pPr>
          </a:lstStyle>
          <a:p/>
        </p:txBody>
      </p:sp>
      <p:sp>
        <p:nvSpPr>
          <p:cNvPr id="12" name="Google Shape;12;g39698cb6222_0_60"/>
          <p:cNvSpPr txBox="1"/>
          <p:nvPr>
            <p:ph idx="12" type="sldNum"/>
          </p:nvPr>
        </p:nvSpPr>
        <p:spPr>
          <a:xfrm>
            <a:off x="11381736" y="6333134"/>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5.jp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5.jp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5.jpg"/><Relationship Id="rId5"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5.jp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jp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5.jp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jp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5.jp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hyperlink" Target="about:blank" TargetMode="External"/><Relationship Id="rId4" Type="http://schemas.openxmlformats.org/officeDocument/2006/relationships/hyperlink" Target="http://diagramas.pdf" TargetMode="External"/><Relationship Id="rId5" Type="http://schemas.openxmlformats.org/officeDocument/2006/relationships/image" Target="../media/image5.jpg"/><Relationship Id="rId6"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0000"/>
        </a:solidFill>
      </p:bgPr>
    </p:bg>
    <p:spTree>
      <p:nvGrpSpPr>
        <p:cNvPr id="102" name="Shape 102"/>
        <p:cNvGrpSpPr/>
        <p:nvPr/>
      </p:nvGrpSpPr>
      <p:grpSpPr>
        <a:xfrm>
          <a:off x="0" y="0"/>
          <a:ext cx="0" cy="0"/>
          <a:chOff x="0" y="0"/>
          <a:chExt cx="0" cy="0"/>
        </a:xfrm>
      </p:grpSpPr>
      <p:sp>
        <p:nvSpPr>
          <p:cNvPr id="103" name="Google Shape;103;p1"/>
          <p:cNvSpPr txBox="1"/>
          <p:nvPr/>
        </p:nvSpPr>
        <p:spPr>
          <a:xfrm>
            <a:off x="995422" y="2551837"/>
            <a:ext cx="6453600" cy="92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400"/>
              <a:buFont typeface="Arial"/>
              <a:buNone/>
            </a:pPr>
            <a:r>
              <a:rPr b="1" i="0" lang="es-MX" sz="5400" u="none" cap="none" strike="noStrike">
                <a:solidFill>
                  <a:srgbClr val="3F3F3F"/>
                </a:solidFill>
                <a:latin typeface="Work Sans"/>
                <a:ea typeface="Work Sans"/>
                <a:cs typeface="Work Sans"/>
                <a:sym typeface="Work Sans"/>
              </a:rPr>
              <a:t>BakeAdmin</a:t>
            </a:r>
            <a:endParaRPr b="1" i="0" sz="4000" u="none" cap="none" strike="noStrike">
              <a:solidFill>
                <a:srgbClr val="3F3F3F"/>
              </a:solidFill>
              <a:latin typeface="Work Sans"/>
              <a:ea typeface="Work Sans"/>
              <a:cs typeface="Work Sans"/>
              <a:sym typeface="Work Sans"/>
            </a:endParaRPr>
          </a:p>
        </p:txBody>
      </p:sp>
      <p:sp>
        <p:nvSpPr>
          <p:cNvPr id="104" name="Google Shape;104;p1"/>
          <p:cNvSpPr txBox="1"/>
          <p:nvPr/>
        </p:nvSpPr>
        <p:spPr>
          <a:xfrm>
            <a:off x="6498769" y="2761818"/>
            <a:ext cx="2001545" cy="1334363"/>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Work Sans Light"/>
              <a:ea typeface="Work Sans Light"/>
              <a:cs typeface="Work Sans Light"/>
              <a:sym typeface="Work Sans Light"/>
            </a:endParaRPr>
          </a:p>
        </p:txBody>
      </p:sp>
      <p:sp>
        <p:nvSpPr>
          <p:cNvPr id="105" name="Google Shape;105;p1"/>
          <p:cNvSpPr txBox="1"/>
          <p:nvPr/>
        </p:nvSpPr>
        <p:spPr>
          <a:xfrm>
            <a:off x="8500314" y="2761818"/>
            <a:ext cx="2001545" cy="1334363"/>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6" name="Google Shape;106;p1" title="images.png"/>
          <p:cNvPicPr preferRelativeResize="0"/>
          <p:nvPr/>
        </p:nvPicPr>
        <p:blipFill rotWithShape="1">
          <a:blip r:embed="rId3">
            <a:alphaModFix/>
          </a:blip>
          <a:srcRect b="0" l="0" r="0" t="0"/>
          <a:stretch/>
        </p:blipFill>
        <p:spPr>
          <a:xfrm>
            <a:off x="8500325" y="2761825"/>
            <a:ext cx="2001525" cy="1334350"/>
          </a:xfrm>
          <a:prstGeom prst="rect">
            <a:avLst/>
          </a:prstGeom>
          <a:noFill/>
          <a:ln>
            <a:noFill/>
          </a:ln>
        </p:spPr>
      </p:pic>
      <p:pic>
        <p:nvPicPr>
          <p:cNvPr id="107" name="Google Shape;107;p1" title="WhatsApp Image 2026-03-27 at 6.38.41 PM.jpeg"/>
          <p:cNvPicPr preferRelativeResize="0"/>
          <p:nvPr/>
        </p:nvPicPr>
        <p:blipFill rotWithShape="1">
          <a:blip r:embed="rId4">
            <a:alphaModFix/>
          </a:blip>
          <a:srcRect b="0" l="0" r="0" t="0"/>
          <a:stretch/>
        </p:blipFill>
        <p:spPr>
          <a:xfrm>
            <a:off x="6498775" y="2761825"/>
            <a:ext cx="2001550" cy="13343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1" name="Shape 111"/>
        <p:cNvGrpSpPr/>
        <p:nvPr/>
      </p:nvGrpSpPr>
      <p:grpSpPr>
        <a:xfrm>
          <a:off x="0" y="0"/>
          <a:ext cx="0" cy="0"/>
          <a:chOff x="0" y="0"/>
          <a:chExt cx="0" cy="0"/>
        </a:xfrm>
      </p:grpSpPr>
      <p:sp>
        <p:nvSpPr>
          <p:cNvPr id="112" name="Google Shape;112;p2"/>
          <p:cNvSpPr txBox="1"/>
          <p:nvPr/>
        </p:nvSpPr>
        <p:spPr>
          <a:xfrm>
            <a:off x="3093849" y="912836"/>
            <a:ext cx="56877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1" i="0" lang="es-MX" sz="7200" u="none" cap="none" strike="noStrike">
                <a:solidFill>
                  <a:schemeClr val="lt1"/>
                </a:solidFill>
                <a:latin typeface="Work Sans Light"/>
                <a:ea typeface="Work Sans Light"/>
                <a:cs typeface="Work Sans Light"/>
                <a:sym typeface="Work Sans Light"/>
              </a:rPr>
              <a:t>BakeAdmin</a:t>
            </a:r>
            <a:endParaRPr b="1" i="0" sz="1400" u="none" cap="none" strike="noStrike">
              <a:solidFill>
                <a:srgbClr val="000000"/>
              </a:solidFill>
              <a:latin typeface="Arial"/>
              <a:ea typeface="Arial"/>
              <a:cs typeface="Arial"/>
              <a:sym typeface="Arial"/>
            </a:endParaRPr>
          </a:p>
        </p:txBody>
      </p:sp>
      <p:cxnSp>
        <p:nvCxnSpPr>
          <p:cNvPr id="113" name="Google Shape;113;p2"/>
          <p:cNvCxnSpPr/>
          <p:nvPr/>
        </p:nvCxnSpPr>
        <p:spPr>
          <a:xfrm>
            <a:off x="5227899" y="3321934"/>
            <a:ext cx="1736203" cy="0"/>
          </a:xfrm>
          <a:prstGeom prst="straightConnector1">
            <a:avLst/>
          </a:prstGeom>
          <a:noFill/>
          <a:ln cap="flat" cmpd="sng" w="9525">
            <a:solidFill>
              <a:schemeClr val="lt1"/>
            </a:solidFill>
            <a:prstDash val="solid"/>
            <a:miter lim="800000"/>
            <a:headEnd len="sm" w="sm" type="none"/>
            <a:tailEnd len="sm" w="sm" type="none"/>
          </a:ln>
        </p:spPr>
      </p:cxnSp>
      <p:sp>
        <p:nvSpPr>
          <p:cNvPr id="114" name="Google Shape;114;p2"/>
          <p:cNvSpPr txBox="1"/>
          <p:nvPr/>
        </p:nvSpPr>
        <p:spPr>
          <a:xfrm>
            <a:off x="4168816" y="3463724"/>
            <a:ext cx="3854400" cy="8309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s-MX" sz="1600" u="none" cap="none" strike="noStrike">
                <a:solidFill>
                  <a:schemeClr val="lt1"/>
                </a:solidFill>
                <a:latin typeface="Work Sans Light"/>
                <a:ea typeface="Work Sans Light"/>
                <a:cs typeface="Work Sans Light"/>
                <a:sym typeface="Work Sans Light"/>
              </a:rPr>
              <a:t>Alfonso Romero Santiago</a:t>
            </a:r>
            <a:endParaRPr b="0" i="0" sz="1600" u="none" cap="none" strike="noStrike">
              <a:solidFill>
                <a:schemeClr val="lt1"/>
              </a:solidFill>
              <a:latin typeface="Work Sans Light"/>
              <a:ea typeface="Work Sans Light"/>
              <a:cs typeface="Work Sans Light"/>
              <a:sym typeface="Work Sans Light"/>
            </a:endParaRPr>
          </a:p>
          <a:p>
            <a:pPr indent="0" lvl="0" marL="0" marR="0" rtl="0" algn="ctr">
              <a:lnSpc>
                <a:spcPct val="100000"/>
              </a:lnSpc>
              <a:spcBef>
                <a:spcPts val="0"/>
              </a:spcBef>
              <a:spcAft>
                <a:spcPts val="0"/>
              </a:spcAft>
              <a:buClr>
                <a:srgbClr val="000000"/>
              </a:buClr>
              <a:buSzPts val="1600"/>
              <a:buFont typeface="Arial"/>
              <a:buNone/>
            </a:pPr>
            <a:r>
              <a:rPr b="0" i="0" lang="es-MX" sz="1600" u="none" cap="none" strike="noStrike">
                <a:solidFill>
                  <a:schemeClr val="lt1"/>
                </a:solidFill>
                <a:latin typeface="Work Sans Light"/>
                <a:ea typeface="Work Sans Light"/>
                <a:cs typeface="Work Sans Light"/>
                <a:sym typeface="Work Sans Light"/>
              </a:rPr>
              <a:t>Maicol Esneider Ortiz Lopez</a:t>
            </a:r>
            <a:endParaRPr b="0" i="0" sz="1600" u="none" cap="none" strike="noStrike">
              <a:solidFill>
                <a:schemeClr val="lt1"/>
              </a:solidFill>
              <a:latin typeface="Work Sans Light"/>
              <a:ea typeface="Work Sans Light"/>
              <a:cs typeface="Work Sans Light"/>
              <a:sym typeface="Work Sans Light"/>
            </a:endParaRPr>
          </a:p>
          <a:p>
            <a:pPr indent="0" lvl="0" marL="0" marR="0" rtl="0" algn="ctr">
              <a:lnSpc>
                <a:spcPct val="100000"/>
              </a:lnSpc>
              <a:spcBef>
                <a:spcPts val="0"/>
              </a:spcBef>
              <a:spcAft>
                <a:spcPts val="0"/>
              </a:spcAft>
              <a:buClr>
                <a:srgbClr val="000000"/>
              </a:buClr>
              <a:buSzPts val="1600"/>
              <a:buFont typeface="Arial"/>
              <a:buNone/>
            </a:pPr>
            <a:r>
              <a:rPr b="0" i="0" lang="es-MX" sz="1600" u="none" cap="none" strike="noStrike">
                <a:solidFill>
                  <a:schemeClr val="lt1"/>
                </a:solidFill>
                <a:latin typeface="Work Sans Light"/>
                <a:ea typeface="Work Sans Light"/>
                <a:cs typeface="Work Sans Light"/>
                <a:sym typeface="Work Sans Light"/>
              </a:rPr>
              <a:t>Soto Vera Duberney</a:t>
            </a:r>
            <a:endParaRPr b="0" i="0" sz="1600" u="none" cap="none" strike="noStrike">
              <a:solidFill>
                <a:schemeClr val="lt1"/>
              </a:solidFill>
              <a:latin typeface="Work Sans Light"/>
              <a:ea typeface="Work Sans Light"/>
              <a:cs typeface="Work Sans Light"/>
              <a:sym typeface="Work Sans Light"/>
            </a:endParaRPr>
          </a:p>
        </p:txBody>
      </p:sp>
      <p:sp>
        <p:nvSpPr>
          <p:cNvPr id="115" name="Google Shape;115;p2"/>
          <p:cNvSpPr txBox="1"/>
          <p:nvPr/>
        </p:nvSpPr>
        <p:spPr>
          <a:xfrm>
            <a:off x="1068888" y="5279998"/>
            <a:ext cx="10054224" cy="107721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s-MX" sz="1600" u="none" cap="none" strike="noStrike">
                <a:solidFill>
                  <a:schemeClr val="lt1"/>
                </a:solidFill>
                <a:latin typeface="Work Sans Light"/>
                <a:ea typeface="Work Sans Light"/>
                <a:cs typeface="Work Sans Light"/>
                <a:sym typeface="Work Sans Light"/>
              </a:rPr>
              <a:t>Servicio Nacional de Aprendizaje –SENA, Centro de Electricidad Electrónica y Telecomunicaciones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s-MX" sz="1600" u="none" cap="none" strike="noStrike">
                <a:solidFill>
                  <a:schemeClr val="lt1"/>
                </a:solidFill>
                <a:latin typeface="Work Sans Light"/>
                <a:ea typeface="Work Sans Light"/>
                <a:cs typeface="Work Sans Light"/>
                <a:sym typeface="Work Sans Light"/>
              </a:rPr>
              <a:t>Tecnologo en Analisis y Desarrollo de Software- TPS, Primer Trimestre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s-MX" sz="1600" u="none" cap="none" strike="noStrike">
                <a:solidFill>
                  <a:schemeClr val="lt1"/>
                </a:solidFill>
                <a:latin typeface="Work Sans Light"/>
                <a:ea typeface="Work Sans Light"/>
                <a:cs typeface="Work Sans Light"/>
                <a:sym typeface="Work Sans Light"/>
              </a:rPr>
              <a:t>Instructor Albeiro Ramos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s-MX" sz="1600" u="none" cap="none" strike="noStrike">
                <a:solidFill>
                  <a:schemeClr val="lt1"/>
                </a:solidFill>
                <a:latin typeface="Work Sans Light"/>
                <a:ea typeface="Work Sans Light"/>
                <a:cs typeface="Work Sans Light"/>
                <a:sym typeface="Work Sans Light"/>
              </a:rPr>
              <a:t>Bogotá, 25 de marzo de 2023</a:t>
            </a:r>
            <a:endParaRPr b="1" i="0" sz="1600" u="none" cap="none" strike="noStrike">
              <a:solidFill>
                <a:schemeClr val="lt1"/>
              </a:solidFill>
              <a:latin typeface="Work Sans Light"/>
              <a:ea typeface="Work Sans Light"/>
              <a:cs typeface="Work Sans Light"/>
              <a:sym typeface="Work Sa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9" name="Shape 119"/>
        <p:cNvGrpSpPr/>
        <p:nvPr/>
      </p:nvGrpSpPr>
      <p:grpSpPr>
        <a:xfrm>
          <a:off x="0" y="0"/>
          <a:ext cx="0" cy="0"/>
          <a:chOff x="0" y="0"/>
          <a:chExt cx="0" cy="0"/>
        </a:xfrm>
      </p:grpSpPr>
      <p:sp>
        <p:nvSpPr>
          <p:cNvPr id="120" name="Google Shape;120;p3"/>
          <p:cNvSpPr/>
          <p:nvPr/>
        </p:nvSpPr>
        <p:spPr>
          <a:xfrm>
            <a:off x="582698" y="479530"/>
            <a:ext cx="2939970" cy="347242"/>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1" name="Google Shape;121;p3"/>
          <p:cNvSpPr txBox="1"/>
          <p:nvPr/>
        </p:nvSpPr>
        <p:spPr>
          <a:xfrm>
            <a:off x="521373" y="193622"/>
            <a:ext cx="3514740"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3600"/>
              <a:buFont typeface="Work Sans Light"/>
              <a:buNone/>
            </a:pPr>
            <a:r>
              <a:rPr b="1" i="0" lang="es-MX" sz="3600" u="none" cap="none" strike="noStrike">
                <a:solidFill>
                  <a:schemeClr val="dk2"/>
                </a:solidFill>
                <a:latin typeface="Work Sans Light"/>
                <a:ea typeface="Work Sans Light"/>
                <a:cs typeface="Work Sans Light"/>
                <a:sym typeface="Work Sans Light"/>
              </a:rPr>
              <a:t>Introducción</a:t>
            </a:r>
            <a:endParaRPr b="1" i="0" sz="1400" u="none" cap="none" strike="noStrike">
              <a:solidFill>
                <a:schemeClr val="dk2"/>
              </a:solidFill>
              <a:latin typeface="Arial"/>
              <a:ea typeface="Arial"/>
              <a:cs typeface="Arial"/>
              <a:sym typeface="Arial"/>
            </a:endParaRPr>
          </a:p>
        </p:txBody>
      </p:sp>
      <p:sp>
        <p:nvSpPr>
          <p:cNvPr id="122" name="Google Shape;122;p3"/>
          <p:cNvSpPr txBox="1"/>
          <p:nvPr/>
        </p:nvSpPr>
        <p:spPr>
          <a:xfrm>
            <a:off x="521373" y="1516613"/>
            <a:ext cx="5404500" cy="4217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1800" u="none" cap="none" strike="noStrike">
                <a:solidFill>
                  <a:srgbClr val="000000"/>
                </a:solidFill>
                <a:latin typeface="Arial"/>
                <a:ea typeface="Arial"/>
                <a:cs typeface="Arial"/>
                <a:sym typeface="Arial"/>
              </a:rPr>
              <a:t>El presente proyecto se </a:t>
            </a:r>
            <a:r>
              <a:rPr lang="es-MX" sz="1800"/>
              <a:t>desarrolla</a:t>
            </a:r>
            <a:r>
              <a:rPr lang="es-MX" sz="1800"/>
              <a:t> </a:t>
            </a:r>
            <a:r>
              <a:rPr b="0" i="0" lang="es-MX" sz="1800" u="none" cap="none" strike="noStrike">
                <a:solidFill>
                  <a:srgbClr val="000000"/>
                </a:solidFill>
                <a:latin typeface="Arial"/>
                <a:ea typeface="Arial"/>
                <a:cs typeface="Arial"/>
                <a:sym typeface="Arial"/>
              </a:rPr>
              <a:t>específicamente en la Empresa </a:t>
            </a:r>
            <a:r>
              <a:rPr b="1" i="0" lang="es-MX" sz="1800" u="none" cap="none" strike="noStrike">
                <a:solidFill>
                  <a:srgbClr val="000000"/>
                </a:solidFill>
                <a:latin typeface="Arial"/>
                <a:ea typeface="Arial"/>
                <a:cs typeface="Arial"/>
                <a:sym typeface="Arial"/>
              </a:rPr>
              <a:t>Coffee Park</a:t>
            </a:r>
            <a:r>
              <a:rPr b="0" i="0" lang="es-MX" sz="1800" u="none" cap="none" strike="noStrike">
                <a:solidFill>
                  <a:srgbClr val="000000"/>
                </a:solidFill>
                <a:latin typeface="Arial"/>
                <a:ea typeface="Arial"/>
                <a:cs typeface="Arial"/>
                <a:sym typeface="Arial"/>
              </a:rPr>
              <a:t>, dedicada a la producción y comercialización de productos de panadería. Surge con el propósito de mejorar la gestión de sus procesos internos mediante el uso de herramientas tecnológicas que optimicen la organización y el control de la información.</a:t>
            </a:r>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MX" sz="1800" u="none" cap="none" strike="noStrike">
                <a:solidFill>
                  <a:srgbClr val="000000"/>
                </a:solidFill>
                <a:latin typeface="Arial"/>
                <a:ea typeface="Arial"/>
                <a:cs typeface="Arial"/>
                <a:sym typeface="Arial"/>
              </a:rPr>
              <a:t>En esta presentación se expone el problema identificado en la empresa, así como los objetivos, la justificación, el alcance y la delimitación del proyecto, enfocados en el desarrollo del sistema </a:t>
            </a:r>
            <a:r>
              <a:rPr b="1" i="0" lang="es-MX" sz="1800" u="none" cap="none" strike="noStrike">
                <a:solidFill>
                  <a:srgbClr val="000000"/>
                </a:solidFill>
                <a:latin typeface="Arial"/>
                <a:ea typeface="Arial"/>
                <a:cs typeface="Arial"/>
                <a:sym typeface="Arial"/>
              </a:rPr>
              <a:t>BakeAdmin</a:t>
            </a:r>
            <a:r>
              <a:rPr b="0" i="0" lang="es-MX" sz="1800" u="none" cap="none" strike="noStrike">
                <a:solidFill>
                  <a:srgbClr val="000000"/>
                </a:solidFill>
                <a:latin typeface="Arial"/>
                <a:ea typeface="Arial"/>
                <a:cs typeface="Arial"/>
                <a:sym typeface="Arial"/>
              </a:rPr>
              <a:t> como solución para optimizar los procesos operativos.</a:t>
            </a:r>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Work Sans Light"/>
              <a:ea typeface="Work Sans Light"/>
              <a:cs typeface="Work Sans Light"/>
              <a:sym typeface="Work Sans Light"/>
            </a:endParaRPr>
          </a:p>
        </p:txBody>
      </p:sp>
      <p:pic>
        <p:nvPicPr>
          <p:cNvPr id="123" name="Google Shape;123;p3"/>
          <p:cNvPicPr preferRelativeResize="0"/>
          <p:nvPr/>
        </p:nvPicPr>
        <p:blipFill rotWithShape="1">
          <a:blip r:embed="rId4">
            <a:alphaModFix/>
          </a:blip>
          <a:srcRect b="0" l="0" r="0" t="0"/>
          <a:stretch/>
        </p:blipFill>
        <p:spPr>
          <a:xfrm>
            <a:off x="5810258" y="1516613"/>
            <a:ext cx="6381742" cy="391269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 name="Shape 127"/>
        <p:cNvGrpSpPr/>
        <p:nvPr/>
      </p:nvGrpSpPr>
      <p:grpSpPr>
        <a:xfrm>
          <a:off x="0" y="0"/>
          <a:ext cx="0" cy="0"/>
          <a:chOff x="0" y="0"/>
          <a:chExt cx="0" cy="0"/>
        </a:xfrm>
      </p:grpSpPr>
      <p:sp>
        <p:nvSpPr>
          <p:cNvPr id="128" name="Google Shape;128;p4"/>
          <p:cNvSpPr txBox="1"/>
          <p:nvPr/>
        </p:nvSpPr>
        <p:spPr>
          <a:xfrm>
            <a:off x="1967160" y="687956"/>
            <a:ext cx="10515600" cy="74156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4400"/>
              <a:buFont typeface="Work Sans Medium"/>
              <a:buNone/>
            </a:pPr>
            <a:r>
              <a:t/>
            </a:r>
            <a:endParaRPr b="0" i="0" sz="1400" u="none" cap="none" strike="noStrike">
              <a:solidFill>
                <a:srgbClr val="FF6839"/>
              </a:solidFill>
              <a:latin typeface="Arial"/>
              <a:ea typeface="Arial"/>
              <a:cs typeface="Arial"/>
              <a:sym typeface="Arial"/>
            </a:endParaRPr>
          </a:p>
          <a:p>
            <a:pPr indent="0" lvl="0" marL="0" marR="0" rtl="0" algn="l">
              <a:lnSpc>
                <a:spcPct val="90000"/>
              </a:lnSpc>
              <a:spcBef>
                <a:spcPts val="0"/>
              </a:spcBef>
              <a:spcAft>
                <a:spcPts val="0"/>
              </a:spcAft>
              <a:buClr>
                <a:schemeClr val="lt1"/>
              </a:buClr>
              <a:buSzPts val="4400"/>
              <a:buFont typeface="Work Sans Medium"/>
              <a:buNone/>
            </a:pPr>
            <a:r>
              <a:rPr b="1" i="0" lang="es-MX" sz="4400" u="none" cap="none" strike="noStrike">
                <a:solidFill>
                  <a:schemeClr val="dk2"/>
                </a:solidFill>
                <a:latin typeface="Work Sans Medium"/>
                <a:ea typeface="Work Sans Medium"/>
                <a:cs typeface="Work Sans Medium"/>
                <a:sym typeface="Work Sans Medium"/>
              </a:rPr>
              <a:t>BakeAdmin</a:t>
            </a:r>
            <a:endParaRPr b="1" i="0" sz="1400" u="none" cap="none" strike="noStrike">
              <a:solidFill>
                <a:schemeClr val="dk2"/>
              </a:solidFill>
              <a:latin typeface="Arial"/>
              <a:ea typeface="Arial"/>
              <a:cs typeface="Arial"/>
              <a:sym typeface="Arial"/>
            </a:endParaRPr>
          </a:p>
        </p:txBody>
      </p:sp>
      <p:sp>
        <p:nvSpPr>
          <p:cNvPr id="129" name="Google Shape;129;p4"/>
          <p:cNvSpPr txBox="1"/>
          <p:nvPr/>
        </p:nvSpPr>
        <p:spPr>
          <a:xfrm>
            <a:off x="1263775" y="3237807"/>
            <a:ext cx="2001545" cy="1334363"/>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s-MX" sz="1600" u="none" cap="none" strike="noStrike">
                <a:solidFill>
                  <a:schemeClr val="dk1"/>
                </a:solidFill>
                <a:latin typeface="Work Sans Light"/>
                <a:ea typeface="Work Sans Light"/>
                <a:cs typeface="Work Sans Light"/>
                <a:sym typeface="Work Sans Light"/>
              </a:rPr>
              <a:t>Logo Sistema</a:t>
            </a:r>
            <a:endParaRPr b="0" i="0" sz="1600" u="none" cap="none" strike="noStrike">
              <a:solidFill>
                <a:schemeClr val="dk1"/>
              </a:solidFill>
              <a:latin typeface="Work Sans Light"/>
              <a:ea typeface="Work Sans Light"/>
              <a:cs typeface="Work Sans Light"/>
              <a:sym typeface="Work Sans Light"/>
            </a:endParaRPr>
          </a:p>
        </p:txBody>
      </p:sp>
      <p:sp>
        <p:nvSpPr>
          <p:cNvPr id="130" name="Google Shape;130;p4"/>
          <p:cNvSpPr txBox="1"/>
          <p:nvPr/>
        </p:nvSpPr>
        <p:spPr>
          <a:xfrm>
            <a:off x="3265320" y="3237807"/>
            <a:ext cx="2001545" cy="1334363"/>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s-MX" sz="1600" u="none" cap="none" strike="noStrike">
                <a:solidFill>
                  <a:schemeClr val="dk1"/>
                </a:solidFill>
                <a:latin typeface="Work Sans Light"/>
                <a:ea typeface="Work Sans Light"/>
                <a:cs typeface="Work Sans Light"/>
                <a:sym typeface="Work Sans Light"/>
              </a:rPr>
              <a:t>Logo Empresa</a:t>
            </a:r>
            <a:endParaRPr b="0" i="0" sz="1400" u="none" cap="none" strike="noStrike">
              <a:solidFill>
                <a:srgbClr val="000000"/>
              </a:solidFill>
              <a:latin typeface="Arial"/>
              <a:ea typeface="Arial"/>
              <a:cs typeface="Arial"/>
              <a:sym typeface="Arial"/>
            </a:endParaRPr>
          </a:p>
        </p:txBody>
      </p:sp>
      <p:sp>
        <p:nvSpPr>
          <p:cNvPr id="131" name="Google Shape;131;p4"/>
          <p:cNvSpPr txBox="1"/>
          <p:nvPr/>
        </p:nvSpPr>
        <p:spPr>
          <a:xfrm>
            <a:off x="6653009" y="2381493"/>
            <a:ext cx="4547336" cy="30469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s-MX" sz="3200" u="none" cap="none" strike="noStrike">
                <a:solidFill>
                  <a:schemeClr val="lt1"/>
                </a:solidFill>
                <a:latin typeface="Work Sans Light"/>
                <a:ea typeface="Work Sans Light"/>
                <a:cs typeface="Work Sans Light"/>
                <a:sym typeface="Work Sans Light"/>
              </a:rPr>
              <a:t>Problema</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1" i="0" lang="es-MX" sz="3200" u="none" cap="none" strike="noStrike">
                <a:solidFill>
                  <a:schemeClr val="lt1"/>
                </a:solidFill>
                <a:latin typeface="Work Sans Light"/>
                <a:ea typeface="Work Sans Light"/>
                <a:cs typeface="Work Sans Light"/>
                <a:sym typeface="Work Sans Light"/>
              </a:rPr>
              <a:t>Objetivos</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1" i="0" lang="es-MX" sz="3200" u="none" cap="none" strike="noStrike">
                <a:solidFill>
                  <a:schemeClr val="lt1"/>
                </a:solidFill>
                <a:latin typeface="Work Sans Light"/>
                <a:ea typeface="Work Sans Light"/>
                <a:cs typeface="Work Sans Light"/>
                <a:sym typeface="Work Sans Light"/>
              </a:rPr>
              <a:t>Justificación</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1" i="0" lang="es-MX" sz="3200" u="none" cap="none" strike="noStrike">
                <a:solidFill>
                  <a:schemeClr val="lt1"/>
                </a:solidFill>
                <a:latin typeface="Work Sans Light"/>
                <a:ea typeface="Work Sans Light"/>
                <a:cs typeface="Work Sans Light"/>
                <a:sym typeface="Work Sans Light"/>
              </a:rPr>
              <a:t>Alcance</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1" i="0" lang="es-MX" sz="3200" u="none" cap="none" strike="noStrike">
                <a:solidFill>
                  <a:schemeClr val="lt1"/>
                </a:solidFill>
                <a:latin typeface="Work Sans Light"/>
                <a:ea typeface="Work Sans Light"/>
                <a:cs typeface="Work Sans Light"/>
                <a:sym typeface="Work Sans Light"/>
              </a:rPr>
              <a:t>Delimitación</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1" i="0" lang="es-MX" sz="3200" u="none" cap="none" strike="noStrike">
                <a:solidFill>
                  <a:schemeClr val="lt1"/>
                </a:solidFill>
                <a:latin typeface="Work Sans Light"/>
                <a:ea typeface="Work Sans Light"/>
                <a:cs typeface="Work Sans Light"/>
                <a:sym typeface="Work Sans Light"/>
              </a:rPr>
              <a:t>Entregables Trimestre</a:t>
            </a:r>
            <a:endParaRPr b="0" i="0" sz="1400" u="none" cap="none" strike="noStrike">
              <a:solidFill>
                <a:schemeClr val="lt1"/>
              </a:solidFill>
              <a:latin typeface="Arial"/>
              <a:ea typeface="Arial"/>
              <a:cs typeface="Arial"/>
              <a:sym typeface="Arial"/>
            </a:endParaRPr>
          </a:p>
        </p:txBody>
      </p:sp>
      <p:pic>
        <p:nvPicPr>
          <p:cNvPr id="132" name="Google Shape;132;p4" title="WhatsApp Image 2026-03-27 at 6.38.41 PM.jpeg"/>
          <p:cNvPicPr preferRelativeResize="0"/>
          <p:nvPr/>
        </p:nvPicPr>
        <p:blipFill rotWithShape="1">
          <a:blip r:embed="rId4">
            <a:alphaModFix/>
          </a:blip>
          <a:srcRect b="0" l="0" r="0" t="0"/>
          <a:stretch/>
        </p:blipFill>
        <p:spPr>
          <a:xfrm>
            <a:off x="1263775" y="3237813"/>
            <a:ext cx="2001550" cy="1334350"/>
          </a:xfrm>
          <a:prstGeom prst="rect">
            <a:avLst/>
          </a:prstGeom>
          <a:noFill/>
          <a:ln>
            <a:noFill/>
          </a:ln>
        </p:spPr>
      </p:pic>
      <p:pic>
        <p:nvPicPr>
          <p:cNvPr id="133" name="Google Shape;133;p4" title="images.png"/>
          <p:cNvPicPr preferRelativeResize="0"/>
          <p:nvPr/>
        </p:nvPicPr>
        <p:blipFill rotWithShape="1">
          <a:blip r:embed="rId5">
            <a:alphaModFix/>
          </a:blip>
          <a:srcRect b="0" l="0" r="0" t="0"/>
          <a:stretch/>
        </p:blipFill>
        <p:spPr>
          <a:xfrm>
            <a:off x="3265320" y="3237813"/>
            <a:ext cx="2001525" cy="13343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5"/>
          <p:cNvSpPr txBox="1"/>
          <p:nvPr>
            <p:ph type="title"/>
          </p:nvPr>
        </p:nvSpPr>
        <p:spPr>
          <a:xfrm>
            <a:off x="456236" y="11048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Work Sans Medium"/>
              <a:buNone/>
            </a:pPr>
            <a:r>
              <a:rPr lang="es-MX">
                <a:solidFill>
                  <a:schemeClr val="dk2"/>
                </a:solidFill>
                <a:latin typeface="Work Sans Medium"/>
                <a:ea typeface="Work Sans Medium"/>
                <a:cs typeface="Work Sans Medium"/>
                <a:sym typeface="Work Sans Medium"/>
              </a:rPr>
              <a:t>Problema</a:t>
            </a:r>
            <a:endParaRPr>
              <a:solidFill>
                <a:schemeClr val="dk2"/>
              </a:solidFill>
            </a:endParaRPr>
          </a:p>
        </p:txBody>
      </p:sp>
      <p:sp>
        <p:nvSpPr>
          <p:cNvPr id="139" name="Google Shape;139;p5"/>
          <p:cNvSpPr txBox="1"/>
          <p:nvPr/>
        </p:nvSpPr>
        <p:spPr>
          <a:xfrm>
            <a:off x="8694348" y="508463"/>
            <a:ext cx="1080000" cy="540000"/>
          </a:xfrm>
          <a:prstGeom prst="rect">
            <a:avLst/>
          </a:pr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s-MX" sz="1600" u="none" cap="none" strike="noStrike">
                <a:solidFill>
                  <a:schemeClr val="lt1"/>
                </a:solidFill>
                <a:latin typeface="Work Sans Light"/>
                <a:ea typeface="Work Sans Light"/>
                <a:cs typeface="Work Sans Light"/>
                <a:sym typeface="Work Sans Light"/>
              </a:rPr>
              <a:t>Logo Sistema</a:t>
            </a:r>
            <a:endParaRPr b="1" i="0" sz="1600" u="none" cap="none" strike="noStrike">
              <a:solidFill>
                <a:schemeClr val="lt1"/>
              </a:solidFill>
              <a:latin typeface="Work Sans Light"/>
              <a:ea typeface="Work Sans Light"/>
              <a:cs typeface="Work Sans Light"/>
              <a:sym typeface="Work Sans Light"/>
            </a:endParaRPr>
          </a:p>
        </p:txBody>
      </p:sp>
      <p:sp>
        <p:nvSpPr>
          <p:cNvPr id="140" name="Google Shape;140;p5"/>
          <p:cNvSpPr txBox="1"/>
          <p:nvPr/>
        </p:nvSpPr>
        <p:spPr>
          <a:xfrm>
            <a:off x="9775121" y="510142"/>
            <a:ext cx="1080000" cy="540000"/>
          </a:xfrm>
          <a:prstGeom prst="rect">
            <a:avLst/>
          </a:pr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s-MX" sz="1600" u="none" cap="none" strike="noStrike">
                <a:solidFill>
                  <a:schemeClr val="lt1"/>
                </a:solidFill>
                <a:latin typeface="Work Sans Light"/>
                <a:ea typeface="Work Sans Light"/>
                <a:cs typeface="Work Sans Light"/>
                <a:sym typeface="Work Sans Light"/>
              </a:rPr>
              <a:t>Logo Empresa</a:t>
            </a:r>
            <a:endParaRPr b="0" i="0" sz="1400" u="none" cap="none" strike="noStrike">
              <a:solidFill>
                <a:srgbClr val="000000"/>
              </a:solidFill>
              <a:latin typeface="Arial"/>
              <a:ea typeface="Arial"/>
              <a:cs typeface="Arial"/>
              <a:sym typeface="Arial"/>
            </a:endParaRPr>
          </a:p>
        </p:txBody>
      </p:sp>
      <p:sp>
        <p:nvSpPr>
          <p:cNvPr id="141" name="Google Shape;141;p5"/>
          <p:cNvSpPr txBox="1"/>
          <p:nvPr/>
        </p:nvSpPr>
        <p:spPr>
          <a:xfrm>
            <a:off x="161338" y="1392247"/>
            <a:ext cx="11447400" cy="46023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None/>
            </a:pPr>
            <a:r>
              <a:rPr lang="es-MX" sz="2200"/>
              <a:t>La empresa Coffee Park cuenta con un sistema de información que apoya algunos procesos administrativos y operativos; sin embargo, los módulos de Producción y Compras a Proveedores presentan deficiencias debido a la falta de actualización del software y a la ausencia de funcionalidades acordes con las necesidades actuales. Como consecuencia, gran parte de la información se administra mediante formatos físicos, Microsoft Excel y WhatsApp, generando desorganización, duplicidad de registros, reprocesos y errores en la gestión de la información.</a:t>
            </a:r>
            <a:endParaRPr sz="2200"/>
          </a:p>
          <a:p>
            <a:pPr indent="0" lvl="0" marL="0" rtl="0" algn="l">
              <a:lnSpc>
                <a:spcPct val="115000"/>
              </a:lnSpc>
              <a:spcBef>
                <a:spcPts val="1200"/>
              </a:spcBef>
              <a:spcAft>
                <a:spcPts val="0"/>
              </a:spcAft>
              <a:buNone/>
            </a:pPr>
            <a:r>
              <a:rPr lang="es-MX" sz="2200"/>
              <a:t>En el proceso de Producción, los registros se realizan manualmente, luego son enviados por WhatsApp y transcritos en un archivo plano (excel) y se carga al sistema, ocasionando retrasos, errores de </a:t>
            </a:r>
            <a:r>
              <a:rPr lang="es-MX" sz="2200"/>
              <a:t>digitacion y pérdida de tiempo.</a:t>
            </a:r>
            <a:endParaRPr sz="2200"/>
          </a:p>
          <a:p>
            <a:pPr indent="0" lvl="0" marL="0" marR="0" rtl="0" algn="l">
              <a:lnSpc>
                <a:spcPct val="100000"/>
              </a:lnSpc>
              <a:spcBef>
                <a:spcPts val="1200"/>
              </a:spcBef>
              <a:spcAft>
                <a:spcPts val="0"/>
              </a:spcAft>
              <a:buNone/>
            </a:pPr>
            <a:r>
              <a:t/>
            </a:r>
            <a:endParaRPr sz="2000"/>
          </a:p>
        </p:txBody>
      </p:sp>
      <p:pic>
        <p:nvPicPr>
          <p:cNvPr id="142" name="Google Shape;142;p5" title="WhatsApp Image 2026-03-27 at 6.38.41 PM.jpeg"/>
          <p:cNvPicPr preferRelativeResize="0"/>
          <p:nvPr/>
        </p:nvPicPr>
        <p:blipFill rotWithShape="1">
          <a:blip r:embed="rId3">
            <a:alphaModFix/>
          </a:blip>
          <a:srcRect b="0" l="0" r="0" t="0"/>
          <a:stretch/>
        </p:blipFill>
        <p:spPr>
          <a:xfrm>
            <a:off x="8693575" y="508463"/>
            <a:ext cx="1080000" cy="540000"/>
          </a:xfrm>
          <a:prstGeom prst="rect">
            <a:avLst/>
          </a:prstGeom>
          <a:noFill/>
          <a:ln>
            <a:noFill/>
          </a:ln>
        </p:spPr>
      </p:pic>
      <p:pic>
        <p:nvPicPr>
          <p:cNvPr id="143" name="Google Shape;143;p5" title="images.png"/>
          <p:cNvPicPr preferRelativeResize="0"/>
          <p:nvPr/>
        </p:nvPicPr>
        <p:blipFill rotWithShape="1">
          <a:blip r:embed="rId4">
            <a:alphaModFix/>
          </a:blip>
          <a:srcRect b="0" l="0" r="0" t="0"/>
          <a:stretch/>
        </p:blipFill>
        <p:spPr>
          <a:xfrm>
            <a:off x="9773576" y="508463"/>
            <a:ext cx="1080000" cy="540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16"/>
          <p:cNvPicPr preferRelativeResize="0"/>
          <p:nvPr/>
        </p:nvPicPr>
        <p:blipFill rotWithShape="1">
          <a:blip r:embed="rId3">
            <a:alphaModFix/>
          </a:blip>
          <a:srcRect b="0" l="0" r="0" t="0"/>
          <a:stretch/>
        </p:blipFill>
        <p:spPr>
          <a:xfrm>
            <a:off x="0" y="184643"/>
            <a:ext cx="10999177" cy="648871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2" name="Shape 152"/>
        <p:cNvGrpSpPr/>
        <p:nvPr/>
      </p:nvGrpSpPr>
      <p:grpSpPr>
        <a:xfrm>
          <a:off x="0" y="0"/>
          <a:ext cx="0" cy="0"/>
          <a:chOff x="0" y="0"/>
          <a:chExt cx="0" cy="0"/>
        </a:xfrm>
      </p:grpSpPr>
      <p:sp>
        <p:nvSpPr>
          <p:cNvPr id="153" name="Google Shape;153;p6"/>
          <p:cNvSpPr txBox="1"/>
          <p:nvPr/>
        </p:nvSpPr>
        <p:spPr>
          <a:xfrm>
            <a:off x="913436" y="327905"/>
            <a:ext cx="10515600"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C0C0C"/>
              </a:buClr>
              <a:buSzPts val="4400"/>
              <a:buFont typeface="Work Sans Medium"/>
              <a:buNone/>
            </a:pPr>
            <a:r>
              <a:rPr b="1" i="0" lang="es-MX" sz="4400" u="none" cap="none" strike="noStrike">
                <a:solidFill>
                  <a:srgbClr val="0C0C0C"/>
                </a:solidFill>
                <a:latin typeface="Work Sans Medium"/>
                <a:ea typeface="Work Sans Medium"/>
                <a:cs typeface="Work Sans Medium"/>
                <a:sym typeface="Work Sans Medium"/>
              </a:rPr>
              <a:t>Problema</a:t>
            </a:r>
            <a:endParaRPr b="1" i="0" sz="1400" u="none" cap="none" strike="noStrike">
              <a:solidFill>
                <a:srgbClr val="000000"/>
              </a:solidFill>
              <a:latin typeface="Arial"/>
              <a:ea typeface="Arial"/>
              <a:cs typeface="Arial"/>
              <a:sym typeface="Arial"/>
            </a:endParaRPr>
          </a:p>
        </p:txBody>
      </p:sp>
      <p:sp>
        <p:nvSpPr>
          <p:cNvPr id="154" name="Google Shape;154;p6"/>
          <p:cNvSpPr txBox="1"/>
          <p:nvPr/>
        </p:nvSpPr>
        <p:spPr>
          <a:xfrm>
            <a:off x="8694348" y="508463"/>
            <a:ext cx="1080000" cy="54000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s-MX" sz="1600" u="none" cap="none" strike="noStrike">
                <a:solidFill>
                  <a:schemeClr val="dk1"/>
                </a:solidFill>
                <a:latin typeface="Work Sans Light"/>
                <a:ea typeface="Work Sans Light"/>
                <a:cs typeface="Work Sans Light"/>
                <a:sym typeface="Work Sans Light"/>
              </a:rPr>
              <a:t>Logo Sistema</a:t>
            </a:r>
            <a:endParaRPr b="0" i="0" sz="1600" u="none" cap="none" strike="noStrike">
              <a:solidFill>
                <a:schemeClr val="dk1"/>
              </a:solidFill>
              <a:latin typeface="Work Sans Light"/>
              <a:ea typeface="Work Sans Light"/>
              <a:cs typeface="Work Sans Light"/>
              <a:sym typeface="Work Sans Light"/>
            </a:endParaRPr>
          </a:p>
        </p:txBody>
      </p:sp>
      <p:sp>
        <p:nvSpPr>
          <p:cNvPr id="155" name="Google Shape;155;p6"/>
          <p:cNvSpPr txBox="1"/>
          <p:nvPr/>
        </p:nvSpPr>
        <p:spPr>
          <a:xfrm>
            <a:off x="9775121" y="510142"/>
            <a:ext cx="1080000" cy="54000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s-MX" sz="1600" u="none" cap="none" strike="noStrike">
                <a:solidFill>
                  <a:schemeClr val="dk1"/>
                </a:solidFill>
                <a:latin typeface="Work Sans Light"/>
                <a:ea typeface="Work Sans Light"/>
                <a:cs typeface="Work Sans Light"/>
                <a:sym typeface="Work Sans Light"/>
              </a:rPr>
              <a:t>Logo Empresa</a:t>
            </a:r>
            <a:endParaRPr b="0" i="0" sz="1400" u="none" cap="none" strike="noStrike">
              <a:solidFill>
                <a:srgbClr val="000000"/>
              </a:solidFill>
              <a:latin typeface="Arial"/>
              <a:ea typeface="Arial"/>
              <a:cs typeface="Arial"/>
              <a:sym typeface="Arial"/>
            </a:endParaRPr>
          </a:p>
        </p:txBody>
      </p:sp>
      <p:sp>
        <p:nvSpPr>
          <p:cNvPr id="156" name="Google Shape;156;p6"/>
          <p:cNvSpPr txBox="1"/>
          <p:nvPr/>
        </p:nvSpPr>
        <p:spPr>
          <a:xfrm>
            <a:off x="372353" y="1667521"/>
            <a:ext cx="11447400" cy="43653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None/>
            </a:pPr>
            <a:r>
              <a:rPr lang="es-MX" sz="2200"/>
              <a:t>En Compras a Proveedores, el sistema no ofrece un control eficiente de las órdenes de compra, el seguimiento de proveedores ni del abastecimiento, lo que provoca información desactualizada y dificultades para el control del proceso.</a:t>
            </a:r>
            <a:endParaRPr sz="2200"/>
          </a:p>
          <a:p>
            <a:pPr indent="0" lvl="0" marL="0" rtl="0" algn="l">
              <a:lnSpc>
                <a:spcPct val="115000"/>
              </a:lnSpc>
              <a:spcBef>
                <a:spcPts val="1200"/>
              </a:spcBef>
              <a:spcAft>
                <a:spcPts val="0"/>
              </a:spcAft>
              <a:buNone/>
            </a:pPr>
            <a:r>
              <a:rPr lang="es-MX" sz="2300"/>
              <a:t>Además, la empresa no cuenta con un módulo de Domicilios, por lo que los pedidos se gestionan mediante llamadas telefónicas y WhatsApp, dificultando el seguimiento de las entregas y aumentando el riesgo de errores y retrasos.</a:t>
            </a:r>
            <a:endParaRPr sz="2300"/>
          </a:p>
          <a:p>
            <a:pPr indent="0" lvl="0" marL="0" rtl="0" algn="l">
              <a:lnSpc>
                <a:spcPct val="115000"/>
              </a:lnSpc>
              <a:spcBef>
                <a:spcPts val="1200"/>
              </a:spcBef>
              <a:spcAft>
                <a:spcPts val="1200"/>
              </a:spcAft>
              <a:buNone/>
            </a:pPr>
            <a:r>
              <a:rPr lang="es-MX" sz="2300"/>
              <a:t>Ante esta situación, surge la necesidad de optimizar los módulos de Producción y Compras a Proveedores e implementar un nuevo módulo de Domicilios, con el propósito de automatizar estos procesos, centralizar la información y mejorar el control, la organización y la eficiencia operativa de la empresa</a:t>
            </a:r>
            <a:endParaRPr sz="2400"/>
          </a:p>
        </p:txBody>
      </p:sp>
      <p:pic>
        <p:nvPicPr>
          <p:cNvPr id="157" name="Google Shape;157;p6" title="WhatsApp Image 2026-03-27 at 6.38.41 PM.jpeg"/>
          <p:cNvPicPr preferRelativeResize="0"/>
          <p:nvPr/>
        </p:nvPicPr>
        <p:blipFill rotWithShape="1">
          <a:blip r:embed="rId4">
            <a:alphaModFix/>
          </a:blip>
          <a:srcRect b="0" l="0" r="0" t="0"/>
          <a:stretch/>
        </p:blipFill>
        <p:spPr>
          <a:xfrm>
            <a:off x="8693575" y="508463"/>
            <a:ext cx="1080000" cy="540000"/>
          </a:xfrm>
          <a:prstGeom prst="rect">
            <a:avLst/>
          </a:prstGeom>
          <a:noFill/>
          <a:ln>
            <a:noFill/>
          </a:ln>
        </p:spPr>
      </p:pic>
      <p:pic>
        <p:nvPicPr>
          <p:cNvPr id="158" name="Google Shape;158;p6" title="images.png"/>
          <p:cNvPicPr preferRelativeResize="0"/>
          <p:nvPr/>
        </p:nvPicPr>
        <p:blipFill rotWithShape="1">
          <a:blip r:embed="rId5">
            <a:alphaModFix/>
          </a:blip>
          <a:srcRect b="0" l="0" r="0" t="0"/>
          <a:stretch/>
        </p:blipFill>
        <p:spPr>
          <a:xfrm>
            <a:off x="9773576" y="508463"/>
            <a:ext cx="1080000" cy="540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7"/>
          <p:cNvSpPr/>
          <p:nvPr/>
        </p:nvSpPr>
        <p:spPr>
          <a:xfrm>
            <a:off x="689789" y="548863"/>
            <a:ext cx="3527266" cy="347242"/>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4" name="Google Shape;164;p7"/>
          <p:cNvSpPr txBox="1"/>
          <p:nvPr/>
        </p:nvSpPr>
        <p:spPr>
          <a:xfrm>
            <a:off x="315917" y="245445"/>
            <a:ext cx="4076985" cy="676598"/>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38AA00"/>
              </a:buClr>
              <a:buSzPts val="3200"/>
              <a:buFont typeface="Work Sans Light"/>
              <a:buNone/>
            </a:pPr>
            <a:r>
              <a:rPr b="1" i="0" lang="es-MX" sz="3200" u="none" cap="none" strike="noStrike">
                <a:solidFill>
                  <a:srgbClr val="FF0000"/>
                </a:solidFill>
                <a:latin typeface="Work Sans Light"/>
                <a:ea typeface="Work Sans Light"/>
                <a:cs typeface="Work Sans Light"/>
                <a:sym typeface="Work Sans Light"/>
              </a:rPr>
              <a:t>Objetivo General</a:t>
            </a:r>
            <a:endParaRPr b="1" i="0" sz="1400" u="none" cap="none" strike="noStrike">
              <a:solidFill>
                <a:srgbClr val="FF0000"/>
              </a:solidFill>
              <a:latin typeface="Arial"/>
              <a:ea typeface="Arial"/>
              <a:cs typeface="Arial"/>
              <a:sym typeface="Arial"/>
            </a:endParaRPr>
          </a:p>
        </p:txBody>
      </p:sp>
      <p:sp>
        <p:nvSpPr>
          <p:cNvPr id="165" name="Google Shape;165;p7"/>
          <p:cNvSpPr txBox="1"/>
          <p:nvPr/>
        </p:nvSpPr>
        <p:spPr>
          <a:xfrm>
            <a:off x="574055" y="1198689"/>
            <a:ext cx="5042916" cy="107717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s-MX" sz="1600"/>
              <a:t>D</a:t>
            </a:r>
            <a:r>
              <a:rPr b="0" i="0" lang="es-MX" sz="1600" u="none" cap="none" strike="noStrike">
                <a:solidFill>
                  <a:srgbClr val="000000"/>
                </a:solidFill>
                <a:latin typeface="Arial"/>
                <a:ea typeface="Arial"/>
                <a:cs typeface="Arial"/>
                <a:sym typeface="Arial"/>
              </a:rPr>
              <a:t>iseñar un Sistema de Información Web </a:t>
            </a:r>
            <a:r>
              <a:rPr b="1" i="0" lang="es-MX" sz="1600" u="none" cap="none" strike="noStrike">
                <a:solidFill>
                  <a:srgbClr val="000000"/>
                </a:solidFill>
                <a:latin typeface="Arial"/>
                <a:ea typeface="Arial"/>
                <a:cs typeface="Arial"/>
                <a:sym typeface="Arial"/>
              </a:rPr>
              <a:t>BakeAdmin</a:t>
            </a:r>
            <a:r>
              <a:rPr b="0" i="0" lang="es-MX" sz="1600" u="none" cap="none" strike="noStrike">
                <a:solidFill>
                  <a:srgbClr val="000000"/>
                </a:solidFill>
                <a:latin typeface="Arial"/>
                <a:ea typeface="Arial"/>
                <a:cs typeface="Arial"/>
                <a:sym typeface="Arial"/>
              </a:rPr>
              <a:t> para el seguimiento, control y optimización de los procesos de </a:t>
            </a:r>
            <a:r>
              <a:rPr lang="es-MX" sz="1600"/>
              <a:t>producción </a:t>
            </a:r>
            <a:r>
              <a:rPr b="0" i="0" lang="es-MX" sz="1600" u="none" cap="none" strike="noStrike">
                <a:solidFill>
                  <a:srgbClr val="000000"/>
                </a:solidFill>
                <a:latin typeface="Arial"/>
                <a:ea typeface="Arial"/>
                <a:cs typeface="Arial"/>
                <a:sym typeface="Arial"/>
              </a:rPr>
              <a:t>,compras a prove</a:t>
            </a:r>
            <a:r>
              <a:rPr lang="es-MX" sz="1600"/>
              <a:t>edores y </a:t>
            </a:r>
            <a:r>
              <a:rPr b="0" i="0" lang="es-MX" sz="1600" u="none" cap="none" strike="noStrike">
                <a:solidFill>
                  <a:srgbClr val="000000"/>
                </a:solidFill>
                <a:latin typeface="Arial"/>
                <a:ea typeface="Arial"/>
                <a:cs typeface="Arial"/>
                <a:sym typeface="Arial"/>
              </a:rPr>
              <a:t> domicilios de la Empresa </a:t>
            </a:r>
            <a:r>
              <a:rPr b="1" i="0" lang="es-MX" sz="1600" u="none" cap="none" strike="noStrike">
                <a:solidFill>
                  <a:srgbClr val="000000"/>
                </a:solidFill>
                <a:latin typeface="Arial"/>
                <a:ea typeface="Arial"/>
                <a:cs typeface="Arial"/>
                <a:sym typeface="Arial"/>
              </a:rPr>
              <a:t>Coffee Park.</a:t>
            </a:r>
            <a:endParaRPr b="1" i="0" sz="1600" u="none" cap="none" strike="noStrike">
              <a:solidFill>
                <a:schemeClr val="dk1"/>
              </a:solidFill>
              <a:latin typeface="Work Sans Light"/>
              <a:ea typeface="Work Sans Light"/>
              <a:cs typeface="Work Sans Light"/>
              <a:sym typeface="Work Sans Light"/>
            </a:endParaRPr>
          </a:p>
        </p:txBody>
      </p:sp>
      <p:sp>
        <p:nvSpPr>
          <p:cNvPr id="166" name="Google Shape;166;p7"/>
          <p:cNvSpPr/>
          <p:nvPr/>
        </p:nvSpPr>
        <p:spPr>
          <a:xfrm>
            <a:off x="484946" y="3146130"/>
            <a:ext cx="4166093" cy="347242"/>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7" name="Google Shape;167;p7"/>
          <p:cNvSpPr txBox="1"/>
          <p:nvPr/>
        </p:nvSpPr>
        <p:spPr>
          <a:xfrm>
            <a:off x="574055" y="2888203"/>
            <a:ext cx="4076985"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3200"/>
              <a:buFont typeface="Work Sans Light"/>
              <a:buNone/>
            </a:pPr>
            <a:r>
              <a:rPr b="1" i="0" lang="es-MX" sz="3200" u="none" cap="none" strike="noStrike">
                <a:solidFill>
                  <a:srgbClr val="FF0000"/>
                </a:solidFill>
                <a:latin typeface="Work Sans Light"/>
                <a:ea typeface="Work Sans Light"/>
                <a:cs typeface="Work Sans Light"/>
                <a:sym typeface="Work Sans Light"/>
              </a:rPr>
              <a:t>Objetivo Específicos</a:t>
            </a:r>
            <a:endParaRPr b="1" i="0" sz="1400" u="none" cap="none" strike="noStrike">
              <a:solidFill>
                <a:srgbClr val="FF0000"/>
              </a:solidFill>
              <a:latin typeface="Arial"/>
              <a:ea typeface="Arial"/>
              <a:cs typeface="Arial"/>
              <a:sym typeface="Arial"/>
            </a:endParaRPr>
          </a:p>
        </p:txBody>
      </p:sp>
      <p:sp>
        <p:nvSpPr>
          <p:cNvPr id="168" name="Google Shape;168;p7"/>
          <p:cNvSpPr/>
          <p:nvPr/>
        </p:nvSpPr>
        <p:spPr>
          <a:xfrm>
            <a:off x="131884" y="4118798"/>
            <a:ext cx="7077808" cy="2031325"/>
          </a:xfrm>
          <a:prstGeom prst="rect">
            <a:avLst/>
          </a:prstGeom>
          <a:noFill/>
          <a:ln>
            <a:noFill/>
          </a:ln>
        </p:spPr>
        <p:txBody>
          <a:bodyPr anchorCtr="0" anchor="ctr" bIns="45700" lIns="91425" spcFirstLastPara="1" rIns="91425" wrap="square" tIns="45700">
            <a:spAutoFit/>
          </a:bodyPr>
          <a:lstStyle/>
          <a:p>
            <a:pPr indent="-114300" lvl="0" marL="0" marR="0" rtl="0" algn="l">
              <a:lnSpc>
                <a:spcPct val="100000"/>
              </a:lnSpc>
              <a:spcBef>
                <a:spcPts val="0"/>
              </a:spcBef>
              <a:spcAft>
                <a:spcPts val="0"/>
              </a:spcAft>
              <a:buClr>
                <a:schemeClr val="dk2"/>
              </a:buClr>
              <a:buSzPts val="1800"/>
              <a:buFont typeface="Arial"/>
              <a:buChar char="•"/>
            </a:pPr>
            <a:r>
              <a:rPr b="0" i="0" lang="es-MX" sz="1800" u="none" cap="none" strike="noStrike">
                <a:solidFill>
                  <a:schemeClr val="dk2"/>
                </a:solidFill>
                <a:latin typeface="Arial"/>
                <a:ea typeface="Arial"/>
                <a:cs typeface="Arial"/>
                <a:sym typeface="Arial"/>
              </a:rPr>
              <a:t>Administrar el control de  los usuarios de la Empresa </a:t>
            </a:r>
            <a:r>
              <a:rPr b="1" i="0" lang="es-MX" sz="1800" u="none" cap="none" strike="noStrike">
                <a:solidFill>
                  <a:schemeClr val="dk2"/>
                </a:solidFill>
                <a:latin typeface="Arial"/>
                <a:ea typeface="Arial"/>
                <a:cs typeface="Arial"/>
                <a:sym typeface="Arial"/>
              </a:rPr>
              <a:t>Coffee Park. </a:t>
            </a:r>
            <a:endParaRPr/>
          </a:p>
          <a:p>
            <a:pPr indent="-114300" lvl="0" marL="0" marR="0" rtl="0" algn="l">
              <a:lnSpc>
                <a:spcPct val="100000"/>
              </a:lnSpc>
              <a:spcBef>
                <a:spcPts val="0"/>
              </a:spcBef>
              <a:spcAft>
                <a:spcPts val="0"/>
              </a:spcAft>
              <a:buClr>
                <a:schemeClr val="dk2"/>
              </a:buClr>
              <a:buSzPts val="1800"/>
              <a:buFont typeface="Arial"/>
              <a:buChar char="•"/>
            </a:pPr>
            <a:r>
              <a:rPr b="0" i="0" lang="es-MX" sz="1800" u="none" cap="none" strike="noStrike">
                <a:solidFill>
                  <a:schemeClr val="dk2"/>
                </a:solidFill>
                <a:latin typeface="Arial"/>
                <a:ea typeface="Arial"/>
                <a:cs typeface="Arial"/>
                <a:sym typeface="Arial"/>
              </a:rPr>
              <a:t>optimizar el proceso de domicilios de la Empresa </a:t>
            </a:r>
            <a:r>
              <a:rPr b="1" i="0" lang="es-MX" sz="1800" u="none" cap="none" strike="noStrike">
                <a:solidFill>
                  <a:schemeClr val="dk2"/>
                </a:solidFill>
                <a:latin typeface="Arial"/>
                <a:ea typeface="Arial"/>
                <a:cs typeface="Arial"/>
                <a:sym typeface="Arial"/>
              </a:rPr>
              <a:t>Coffee Park. </a:t>
            </a:r>
            <a:endParaRPr/>
          </a:p>
          <a:p>
            <a:pPr indent="-114300" lvl="0" marL="0" marR="0" rtl="0" algn="l">
              <a:lnSpc>
                <a:spcPct val="100000"/>
              </a:lnSpc>
              <a:spcBef>
                <a:spcPts val="0"/>
              </a:spcBef>
              <a:spcAft>
                <a:spcPts val="0"/>
              </a:spcAft>
              <a:buClr>
                <a:schemeClr val="dk2"/>
              </a:buClr>
              <a:buSzPts val="1800"/>
              <a:buFont typeface="Arial"/>
              <a:buChar char="•"/>
            </a:pPr>
            <a:r>
              <a:rPr b="0" i="0" lang="es-MX" sz="1800" u="none" cap="none" strike="noStrike">
                <a:solidFill>
                  <a:schemeClr val="dk2"/>
                </a:solidFill>
                <a:latin typeface="Arial"/>
                <a:ea typeface="Arial"/>
                <a:cs typeface="Arial"/>
                <a:sym typeface="Arial"/>
              </a:rPr>
              <a:t>Organizar  el proceso de compras a proveedores  y abastecimiento de la Empresa </a:t>
            </a:r>
            <a:r>
              <a:rPr b="1" i="0" lang="es-MX" sz="1800" u="none" cap="none" strike="noStrike">
                <a:solidFill>
                  <a:schemeClr val="dk2"/>
                </a:solidFill>
                <a:latin typeface="Arial"/>
                <a:ea typeface="Arial"/>
                <a:cs typeface="Arial"/>
                <a:sym typeface="Arial"/>
              </a:rPr>
              <a:t>Coffee Park. </a:t>
            </a:r>
            <a:endParaRPr/>
          </a:p>
          <a:p>
            <a:pPr indent="-114300" lvl="0" marL="0" marR="0" rtl="0" algn="l">
              <a:lnSpc>
                <a:spcPct val="100000"/>
              </a:lnSpc>
              <a:spcBef>
                <a:spcPts val="0"/>
              </a:spcBef>
              <a:spcAft>
                <a:spcPts val="0"/>
              </a:spcAft>
              <a:buClr>
                <a:schemeClr val="dk2"/>
              </a:buClr>
              <a:buSzPts val="1800"/>
              <a:buFont typeface="Arial"/>
              <a:buChar char="•"/>
            </a:pPr>
            <a:r>
              <a:rPr b="0" i="0" lang="es-MX" sz="1800" u="none" cap="none" strike="noStrike">
                <a:solidFill>
                  <a:schemeClr val="dk2"/>
                </a:solidFill>
                <a:latin typeface="Arial"/>
                <a:ea typeface="Arial"/>
                <a:cs typeface="Arial"/>
                <a:sym typeface="Arial"/>
              </a:rPr>
              <a:t>Generar reportes gráficos e impresos de la Empresa </a:t>
            </a:r>
            <a:r>
              <a:rPr b="1" i="0" lang="es-MX" sz="1800" u="none" cap="none" strike="noStrike">
                <a:solidFill>
                  <a:schemeClr val="dk2"/>
                </a:solidFill>
                <a:latin typeface="Arial"/>
                <a:ea typeface="Arial"/>
                <a:cs typeface="Arial"/>
                <a:sym typeface="Arial"/>
              </a:rPr>
              <a:t>Coffee Park. </a:t>
            </a:r>
            <a:endParaRPr/>
          </a:p>
        </p:txBody>
      </p:sp>
      <p:pic>
        <p:nvPicPr>
          <p:cNvPr id="169" name="Google Shape;169;p7"/>
          <p:cNvPicPr preferRelativeResize="0"/>
          <p:nvPr/>
        </p:nvPicPr>
        <p:blipFill rotWithShape="1">
          <a:blip r:embed="rId3">
            <a:alphaModFix/>
          </a:blip>
          <a:srcRect b="0" l="0" r="0" t="0"/>
          <a:stretch/>
        </p:blipFill>
        <p:spPr>
          <a:xfrm>
            <a:off x="6095999" y="245445"/>
            <a:ext cx="3399693" cy="252286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8"/>
          <p:cNvSpPr txBox="1"/>
          <p:nvPr>
            <p:ph type="title"/>
          </p:nvPr>
        </p:nvSpPr>
        <p:spPr>
          <a:xfrm>
            <a:off x="456236" y="11048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Justificación</a:t>
            </a:r>
            <a:endParaRPr/>
          </a:p>
        </p:txBody>
      </p:sp>
      <p:sp>
        <p:nvSpPr>
          <p:cNvPr id="175" name="Google Shape;175;p8"/>
          <p:cNvSpPr txBox="1"/>
          <p:nvPr/>
        </p:nvSpPr>
        <p:spPr>
          <a:xfrm>
            <a:off x="8694348" y="508463"/>
            <a:ext cx="1080000" cy="540000"/>
          </a:xfrm>
          <a:prstGeom prst="rect">
            <a:avLst/>
          </a:pr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s-MX" sz="1600" u="none" cap="none" strike="noStrike">
                <a:solidFill>
                  <a:schemeClr val="lt1"/>
                </a:solidFill>
                <a:latin typeface="Work Sans Light"/>
                <a:ea typeface="Work Sans Light"/>
                <a:cs typeface="Work Sans Light"/>
                <a:sym typeface="Work Sans Light"/>
              </a:rPr>
              <a:t>Logo Sistema</a:t>
            </a:r>
            <a:endParaRPr b="1" i="0" sz="1600" u="none" cap="none" strike="noStrike">
              <a:solidFill>
                <a:schemeClr val="lt1"/>
              </a:solidFill>
              <a:latin typeface="Work Sans Light"/>
              <a:ea typeface="Work Sans Light"/>
              <a:cs typeface="Work Sans Light"/>
              <a:sym typeface="Work Sans Light"/>
            </a:endParaRPr>
          </a:p>
        </p:txBody>
      </p:sp>
      <p:sp>
        <p:nvSpPr>
          <p:cNvPr id="176" name="Google Shape;176;p8"/>
          <p:cNvSpPr txBox="1"/>
          <p:nvPr/>
        </p:nvSpPr>
        <p:spPr>
          <a:xfrm>
            <a:off x="9775121" y="510142"/>
            <a:ext cx="1080000" cy="540000"/>
          </a:xfrm>
          <a:prstGeom prst="rect">
            <a:avLst/>
          </a:pr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s-MX" sz="1600" u="none" cap="none" strike="noStrike">
                <a:solidFill>
                  <a:schemeClr val="lt1"/>
                </a:solidFill>
                <a:latin typeface="Work Sans Light"/>
                <a:ea typeface="Work Sans Light"/>
                <a:cs typeface="Work Sans Light"/>
                <a:sym typeface="Work Sans Light"/>
              </a:rPr>
              <a:t>Logo Empresa</a:t>
            </a:r>
            <a:endParaRPr b="0" i="0" sz="1400" u="none" cap="none" strike="noStrike">
              <a:solidFill>
                <a:srgbClr val="000000"/>
              </a:solidFill>
              <a:latin typeface="Arial"/>
              <a:ea typeface="Arial"/>
              <a:cs typeface="Arial"/>
              <a:sym typeface="Arial"/>
            </a:endParaRPr>
          </a:p>
        </p:txBody>
      </p:sp>
      <p:sp>
        <p:nvSpPr>
          <p:cNvPr id="177" name="Google Shape;177;p8"/>
          <p:cNvSpPr txBox="1"/>
          <p:nvPr/>
        </p:nvSpPr>
        <p:spPr>
          <a:xfrm>
            <a:off x="0" y="1446450"/>
            <a:ext cx="11456400" cy="76416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None/>
            </a:pPr>
            <a:r>
              <a:rPr lang="es-MX" sz="1900"/>
              <a:t>El desarrollo del sistema BakeAdmin se justifica por la necesidad de optimizar los procesos de Producción, Compras a Proveedores y Domicilios de la empresa Coffee Park, debido a que actualmente presentan dificultades que afectan la eficiencia operativa y la adecuada gestión de la información. La falta de actualización de los módulos de Producción y Compras a Proveedores ha ocasionado desorganización, duplicidad de registros, reprocesos y dependencia de herramientas externas como formatos físicos, Microsoft Excel y WhatsApp. Asimismo, la inexistencia de un módulo para la gestión de Domicilios obliga a realizar este proceso de forma manual, dificultando el seguimiento de los pedidos y el control de las entregas.</a:t>
            </a:r>
            <a:endParaRPr sz="1900"/>
          </a:p>
          <a:p>
            <a:pPr indent="0" lvl="0" marL="0" rtl="0" algn="l">
              <a:lnSpc>
                <a:spcPct val="115000"/>
              </a:lnSpc>
              <a:spcBef>
                <a:spcPts val="1200"/>
              </a:spcBef>
              <a:spcAft>
                <a:spcPts val="0"/>
              </a:spcAft>
              <a:buNone/>
            </a:pPr>
            <a:r>
              <a:rPr lang="es-MX" sz="1900"/>
              <a:t>Con la optimización de los módulos de Producción y Compras a Proveedores se busca automatizar actividades que actualmente requieren múltiples registros, reducir los errores ocasionados por la digitación manual y mejorar el control de las órdenes de producción, las compras y el abastecimiento de insumos. De igual manera, la implementación del módulo de Domicilios permitirá administrar los pedidos, asignar las entregas y realizar el seguimiento de cada domicilio desde una única plataforma, agilizando el proceso y ofreciendo un mayor control sobre las operaciones realizadas.</a:t>
            </a:r>
            <a:endParaRPr sz="1900"/>
          </a:p>
          <a:p>
            <a:pPr indent="0" lvl="0" marL="0" rtl="0" algn="l">
              <a:lnSpc>
                <a:spcPct val="115000"/>
              </a:lnSpc>
              <a:spcBef>
                <a:spcPts val="1200"/>
              </a:spcBef>
              <a:spcAft>
                <a:spcPts val="0"/>
              </a:spcAft>
              <a:buNone/>
            </a:pPr>
            <a:r>
              <a:t/>
            </a:r>
            <a:endParaRPr sz="1500"/>
          </a:p>
          <a:p>
            <a:pPr indent="0" lvl="0" marL="0" rtl="0" algn="l">
              <a:lnSpc>
                <a:spcPct val="115000"/>
              </a:lnSpc>
              <a:spcBef>
                <a:spcPts val="1200"/>
              </a:spcBef>
              <a:spcAft>
                <a:spcPts val="0"/>
              </a:spcAft>
              <a:buNone/>
            </a:pPr>
            <a:r>
              <a:t/>
            </a:r>
            <a:endParaRPr sz="1100"/>
          </a:p>
          <a:p>
            <a:pPr indent="0" lvl="0" marL="0" rtl="0" algn="l">
              <a:lnSpc>
                <a:spcPct val="115000"/>
              </a:lnSpc>
              <a:spcBef>
                <a:spcPts val="1200"/>
              </a:spcBef>
              <a:spcAft>
                <a:spcPts val="0"/>
              </a:spcAft>
              <a:buNone/>
            </a:pPr>
            <a:r>
              <a:t/>
            </a:r>
            <a:endParaRPr sz="1100"/>
          </a:p>
          <a:p>
            <a:pPr indent="0" lvl="0" marL="0" marR="0" rtl="0" algn="l">
              <a:lnSpc>
                <a:spcPct val="100000"/>
              </a:lnSpc>
              <a:spcBef>
                <a:spcPts val="1200"/>
              </a:spcBef>
              <a:spcAft>
                <a:spcPts val="0"/>
              </a:spcAft>
              <a:buNone/>
            </a:pPr>
            <a:r>
              <a:t/>
            </a:r>
            <a:endParaRPr sz="2000"/>
          </a:p>
          <a:p>
            <a:pPr indent="0" lvl="0" marL="0" marR="0" rtl="0" algn="l">
              <a:lnSpc>
                <a:spcPct val="100000"/>
              </a:lnSpc>
              <a:spcBef>
                <a:spcPts val="0"/>
              </a:spcBef>
              <a:spcAft>
                <a:spcPts val="0"/>
              </a:spcAft>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2400" u="none" cap="none" strike="noStrike">
              <a:solidFill>
                <a:schemeClr val="dk1"/>
              </a:solidFill>
              <a:latin typeface="Work Sans Light"/>
              <a:ea typeface="Work Sans Light"/>
              <a:cs typeface="Work Sans Light"/>
              <a:sym typeface="Work Sans Light"/>
            </a:endParaRPr>
          </a:p>
        </p:txBody>
      </p:sp>
      <p:pic>
        <p:nvPicPr>
          <p:cNvPr id="178" name="Google Shape;178;p8" title="WhatsApp Image 2026-03-27 at 6.38.41 PM.jpeg"/>
          <p:cNvPicPr preferRelativeResize="0"/>
          <p:nvPr/>
        </p:nvPicPr>
        <p:blipFill rotWithShape="1">
          <a:blip r:embed="rId3">
            <a:alphaModFix/>
          </a:blip>
          <a:srcRect b="0" l="0" r="0" t="0"/>
          <a:stretch/>
        </p:blipFill>
        <p:spPr>
          <a:xfrm>
            <a:off x="8693575" y="508463"/>
            <a:ext cx="1080000" cy="540000"/>
          </a:xfrm>
          <a:prstGeom prst="rect">
            <a:avLst/>
          </a:prstGeom>
          <a:noFill/>
          <a:ln>
            <a:noFill/>
          </a:ln>
        </p:spPr>
      </p:pic>
      <p:pic>
        <p:nvPicPr>
          <p:cNvPr id="179" name="Google Shape;179;p8" title="images.png"/>
          <p:cNvPicPr preferRelativeResize="0"/>
          <p:nvPr/>
        </p:nvPicPr>
        <p:blipFill rotWithShape="1">
          <a:blip r:embed="rId4">
            <a:alphaModFix/>
          </a:blip>
          <a:srcRect b="0" l="0" r="0" t="0"/>
          <a:stretch/>
        </p:blipFill>
        <p:spPr>
          <a:xfrm>
            <a:off x="9773576" y="508463"/>
            <a:ext cx="1080000" cy="540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9"/>
          <p:cNvSpPr txBox="1"/>
          <p:nvPr/>
        </p:nvSpPr>
        <p:spPr>
          <a:xfrm>
            <a:off x="526575" y="371865"/>
            <a:ext cx="10515600"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C0C0C"/>
              </a:buClr>
              <a:buSzPts val="4400"/>
              <a:buFont typeface="Work Sans Medium"/>
              <a:buNone/>
            </a:pPr>
            <a:r>
              <a:rPr b="1" i="0" lang="es-MX" sz="4400" u="none" cap="none" strike="noStrike">
                <a:solidFill>
                  <a:srgbClr val="0C0C0C"/>
                </a:solidFill>
                <a:latin typeface="Work Sans Medium"/>
                <a:ea typeface="Work Sans Medium"/>
                <a:cs typeface="Work Sans Medium"/>
                <a:sym typeface="Work Sans Medium"/>
              </a:rPr>
              <a:t>Justificación</a:t>
            </a:r>
            <a:endParaRPr b="1" i="0" sz="1400" u="none" cap="none" strike="noStrike">
              <a:solidFill>
                <a:srgbClr val="000000"/>
              </a:solidFill>
              <a:latin typeface="Arial"/>
              <a:ea typeface="Arial"/>
              <a:cs typeface="Arial"/>
              <a:sym typeface="Arial"/>
            </a:endParaRPr>
          </a:p>
        </p:txBody>
      </p:sp>
      <p:sp>
        <p:nvSpPr>
          <p:cNvPr id="185" name="Google Shape;185;p9"/>
          <p:cNvSpPr txBox="1"/>
          <p:nvPr/>
        </p:nvSpPr>
        <p:spPr>
          <a:xfrm>
            <a:off x="8694348" y="508463"/>
            <a:ext cx="1080000" cy="54000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s-MX" sz="1600" u="none" cap="none" strike="noStrike">
                <a:solidFill>
                  <a:schemeClr val="dk1"/>
                </a:solidFill>
                <a:latin typeface="Work Sans Light"/>
                <a:ea typeface="Work Sans Light"/>
                <a:cs typeface="Work Sans Light"/>
                <a:sym typeface="Work Sans Light"/>
              </a:rPr>
              <a:t>Logo Sistema</a:t>
            </a:r>
            <a:endParaRPr b="0" i="0" sz="1600" u="none" cap="none" strike="noStrike">
              <a:solidFill>
                <a:schemeClr val="dk1"/>
              </a:solidFill>
              <a:latin typeface="Work Sans Light"/>
              <a:ea typeface="Work Sans Light"/>
              <a:cs typeface="Work Sans Light"/>
              <a:sym typeface="Work Sans Light"/>
            </a:endParaRPr>
          </a:p>
        </p:txBody>
      </p:sp>
      <p:sp>
        <p:nvSpPr>
          <p:cNvPr id="186" name="Google Shape;186;p9"/>
          <p:cNvSpPr txBox="1"/>
          <p:nvPr/>
        </p:nvSpPr>
        <p:spPr>
          <a:xfrm>
            <a:off x="9775121" y="510142"/>
            <a:ext cx="1080000" cy="54000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s-MX" sz="1600" u="none" cap="none" strike="noStrike">
                <a:solidFill>
                  <a:schemeClr val="dk1"/>
                </a:solidFill>
                <a:latin typeface="Work Sans Light"/>
                <a:ea typeface="Work Sans Light"/>
                <a:cs typeface="Work Sans Light"/>
                <a:sym typeface="Work Sans Light"/>
              </a:rPr>
              <a:t>Logo Empresa</a:t>
            </a:r>
            <a:endParaRPr b="0" i="0" sz="1400" u="none" cap="none" strike="noStrike">
              <a:solidFill>
                <a:srgbClr val="000000"/>
              </a:solidFill>
              <a:latin typeface="Arial"/>
              <a:ea typeface="Arial"/>
              <a:cs typeface="Arial"/>
              <a:sym typeface="Arial"/>
            </a:endParaRPr>
          </a:p>
        </p:txBody>
      </p:sp>
      <p:sp>
        <p:nvSpPr>
          <p:cNvPr id="187" name="Google Shape;187;p9"/>
          <p:cNvSpPr txBox="1"/>
          <p:nvPr/>
        </p:nvSpPr>
        <p:spPr>
          <a:xfrm>
            <a:off x="157298" y="1271867"/>
            <a:ext cx="11447400" cy="532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lang="es-MX" sz="2400"/>
              <a:t>Además, la centralización de la información permitirá que los diferentes usuarios accedan a datos actualizados y confiables, facilitando la consulta, el seguimiento y la toma de decisiones. Esto contribuirá a mejorar la organización de los procesos, optimizar los tiempos de respuesta, disminuir la duplicidad de información y fortalecer la eficiencia operativa de la empresa.</a:t>
            </a:r>
            <a:endParaRPr sz="2400"/>
          </a:p>
          <a:p>
            <a:pPr indent="0" lvl="0" marL="0" rtl="0" algn="l">
              <a:lnSpc>
                <a:spcPct val="115000"/>
              </a:lnSpc>
              <a:spcBef>
                <a:spcPts val="1200"/>
              </a:spcBef>
              <a:spcAft>
                <a:spcPts val="0"/>
              </a:spcAft>
              <a:buNone/>
            </a:pPr>
            <a:r>
              <a:rPr lang="es-MX" sz="2400"/>
              <a:t>En este sentido, BakeAdmin representa una solución tecnológica orientada a modernizar los procesos críticos de Coffee Park, apoyando su transformación digital mediante la automatización de actividades, el fortalecimiento del control interno y la implementación de herramientas que permitan una gestión más organizada, eficiente y acorde con las necesidades actuales de la empresa.</a:t>
            </a:r>
            <a:endParaRPr sz="3300"/>
          </a:p>
          <a:p>
            <a:pPr indent="0" lvl="0" marL="0" marR="0" rtl="0" algn="l">
              <a:lnSpc>
                <a:spcPct val="100000"/>
              </a:lnSpc>
              <a:spcBef>
                <a:spcPts val="12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8" name="Google Shape;188;p9" title="WhatsApp Image 2026-03-27 at 6.38.41 PM.jpeg"/>
          <p:cNvPicPr preferRelativeResize="0"/>
          <p:nvPr/>
        </p:nvPicPr>
        <p:blipFill rotWithShape="1">
          <a:blip r:embed="rId3">
            <a:alphaModFix/>
          </a:blip>
          <a:srcRect b="0" l="0" r="0" t="0"/>
          <a:stretch/>
        </p:blipFill>
        <p:spPr>
          <a:xfrm>
            <a:off x="8693575" y="508463"/>
            <a:ext cx="1080000" cy="540000"/>
          </a:xfrm>
          <a:prstGeom prst="rect">
            <a:avLst/>
          </a:prstGeom>
          <a:noFill/>
          <a:ln>
            <a:noFill/>
          </a:ln>
        </p:spPr>
      </p:pic>
      <p:pic>
        <p:nvPicPr>
          <p:cNvPr id="189" name="Google Shape;189;p9" title="images.png"/>
          <p:cNvPicPr preferRelativeResize="0"/>
          <p:nvPr/>
        </p:nvPicPr>
        <p:blipFill rotWithShape="1">
          <a:blip r:embed="rId4">
            <a:alphaModFix/>
          </a:blip>
          <a:srcRect b="0" l="0" r="0" t="0"/>
          <a:stretch/>
        </p:blipFill>
        <p:spPr>
          <a:xfrm>
            <a:off x="9773576" y="508463"/>
            <a:ext cx="1080000" cy="540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0"/>
          <p:cNvSpPr txBox="1"/>
          <p:nvPr>
            <p:ph type="title"/>
          </p:nvPr>
        </p:nvSpPr>
        <p:spPr>
          <a:xfrm>
            <a:off x="456236" y="11048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Alcance</a:t>
            </a:r>
            <a:endParaRPr/>
          </a:p>
        </p:txBody>
      </p:sp>
      <p:sp>
        <p:nvSpPr>
          <p:cNvPr id="195" name="Google Shape;195;p10"/>
          <p:cNvSpPr txBox="1"/>
          <p:nvPr/>
        </p:nvSpPr>
        <p:spPr>
          <a:xfrm>
            <a:off x="8694348" y="508463"/>
            <a:ext cx="1080000" cy="540000"/>
          </a:xfrm>
          <a:prstGeom prst="rect">
            <a:avLst/>
          </a:pr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s-MX" sz="1600" u="none" cap="none" strike="noStrike">
                <a:solidFill>
                  <a:schemeClr val="lt1"/>
                </a:solidFill>
                <a:latin typeface="Work Sans Light"/>
                <a:ea typeface="Work Sans Light"/>
                <a:cs typeface="Work Sans Light"/>
                <a:sym typeface="Work Sans Light"/>
              </a:rPr>
              <a:t>Logo Sistema</a:t>
            </a:r>
            <a:endParaRPr b="1" i="0" sz="1600" u="none" cap="none" strike="noStrike">
              <a:solidFill>
                <a:schemeClr val="lt1"/>
              </a:solidFill>
              <a:latin typeface="Work Sans Light"/>
              <a:ea typeface="Work Sans Light"/>
              <a:cs typeface="Work Sans Light"/>
              <a:sym typeface="Work Sans Light"/>
            </a:endParaRPr>
          </a:p>
        </p:txBody>
      </p:sp>
      <p:sp>
        <p:nvSpPr>
          <p:cNvPr id="196" name="Google Shape;196;p10"/>
          <p:cNvSpPr txBox="1"/>
          <p:nvPr/>
        </p:nvSpPr>
        <p:spPr>
          <a:xfrm>
            <a:off x="9775121" y="510142"/>
            <a:ext cx="1080000" cy="540000"/>
          </a:xfrm>
          <a:prstGeom prst="rect">
            <a:avLst/>
          </a:pr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s-MX" sz="1600" u="none" cap="none" strike="noStrike">
                <a:solidFill>
                  <a:schemeClr val="lt1"/>
                </a:solidFill>
                <a:latin typeface="Work Sans Light"/>
                <a:ea typeface="Work Sans Light"/>
                <a:cs typeface="Work Sans Light"/>
                <a:sym typeface="Work Sans Light"/>
              </a:rPr>
              <a:t>Logo Empresa</a:t>
            </a:r>
            <a:endParaRPr b="0" i="0" sz="1400" u="none" cap="none" strike="noStrike">
              <a:solidFill>
                <a:srgbClr val="000000"/>
              </a:solidFill>
              <a:latin typeface="Arial"/>
              <a:ea typeface="Arial"/>
              <a:cs typeface="Arial"/>
              <a:sym typeface="Arial"/>
            </a:endParaRPr>
          </a:p>
        </p:txBody>
      </p:sp>
      <p:sp>
        <p:nvSpPr>
          <p:cNvPr id="197" name="Google Shape;197;p10"/>
          <p:cNvSpPr txBox="1"/>
          <p:nvPr/>
        </p:nvSpPr>
        <p:spPr>
          <a:xfrm>
            <a:off x="372353" y="1667521"/>
            <a:ext cx="11447400" cy="489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2000" u="none" cap="none" strike="noStrike">
                <a:solidFill>
                  <a:srgbClr val="000000"/>
                </a:solidFill>
                <a:latin typeface="Arial"/>
                <a:ea typeface="Arial"/>
                <a:cs typeface="Arial"/>
                <a:sym typeface="Arial"/>
              </a:rPr>
              <a:t>El sistema </a:t>
            </a:r>
            <a:r>
              <a:rPr b="1" i="0" lang="es-MX" sz="2000" u="none" cap="none" strike="noStrike">
                <a:solidFill>
                  <a:srgbClr val="000000"/>
                </a:solidFill>
                <a:latin typeface="Arial"/>
                <a:ea typeface="Arial"/>
                <a:cs typeface="Arial"/>
                <a:sym typeface="Arial"/>
              </a:rPr>
              <a:t>BakeAdmin </a:t>
            </a:r>
            <a:r>
              <a:rPr b="0" i="0" lang="es-MX" sz="2000" u="none" cap="none" strike="noStrike">
                <a:solidFill>
                  <a:srgbClr val="000000"/>
                </a:solidFill>
                <a:latin typeface="Arial"/>
                <a:ea typeface="Arial"/>
                <a:cs typeface="Arial"/>
                <a:sym typeface="Arial"/>
              </a:rPr>
              <a:t>abarcará la gestión del módulo de </a:t>
            </a:r>
            <a:r>
              <a:rPr lang="es-MX" sz="2000"/>
              <a:t>producción</a:t>
            </a:r>
            <a:r>
              <a:rPr lang="es-MX" sz="2000"/>
              <a:t> </a:t>
            </a:r>
            <a:r>
              <a:rPr b="0" i="0" lang="es-MX" sz="2000" u="none" cap="none" strike="noStrike">
                <a:solidFill>
                  <a:srgbClr val="000000"/>
                </a:solidFill>
                <a:latin typeface="Arial"/>
                <a:ea typeface="Arial"/>
                <a:cs typeface="Arial"/>
                <a:sym typeface="Arial"/>
              </a:rPr>
              <a:t> de la empresa </a:t>
            </a:r>
            <a:r>
              <a:rPr b="1" i="0" lang="es-MX" sz="2000" u="none" cap="none" strike="noStrike">
                <a:solidFill>
                  <a:srgbClr val="000000"/>
                </a:solidFill>
                <a:latin typeface="Arial"/>
                <a:ea typeface="Arial"/>
                <a:cs typeface="Arial"/>
                <a:sym typeface="Arial"/>
              </a:rPr>
              <a:t>Coffee Park</a:t>
            </a:r>
            <a:r>
              <a:rPr b="0" i="0" lang="es-MX" sz="2000" u="none" cap="none" strike="noStrike">
                <a:solidFill>
                  <a:srgbClr val="000000"/>
                </a:solidFill>
                <a:latin typeface="Arial"/>
                <a:ea typeface="Arial"/>
                <a:cs typeface="Arial"/>
                <a:sym typeface="Arial"/>
              </a:rPr>
              <a:t>, </a:t>
            </a:r>
            <a:r>
              <a:rPr lang="es-MX" sz="2000"/>
              <a:t>permitirá controlar y automatizar los procesos productivos, optimizando tiempos, recursos y organización dentro de la empresa. </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MX" sz="2000" u="none" cap="none" strike="noStrike">
                <a:solidFill>
                  <a:srgbClr val="000000"/>
                </a:solidFill>
                <a:latin typeface="Arial"/>
                <a:ea typeface="Arial"/>
                <a:cs typeface="Arial"/>
                <a:sym typeface="Arial"/>
              </a:rPr>
              <a:t>Asimismo, el sistema incluirá el módulo de compras, en el cual se gestionarán los procesos relacionados con la adquisición de insumos necesarios para el funcionamiento del negocio. Este módulo permitirá registrar pedidos de compra, llevar un control estructurado de proveedores y realizar el seguimiento de las órdenes generadas, asegurando una adecuada planificación y control del abastecimiento.</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MX" sz="2000" u="none" cap="none" strike="noStrike">
                <a:solidFill>
                  <a:srgbClr val="000000"/>
                </a:solidFill>
                <a:latin typeface="Arial"/>
                <a:ea typeface="Arial"/>
                <a:cs typeface="Arial"/>
                <a:sym typeface="Arial"/>
              </a:rPr>
              <a:t>De igual manera, </a:t>
            </a:r>
            <a:r>
              <a:rPr b="1" i="0" lang="es-MX" sz="2000" u="none" cap="none" strike="noStrike">
                <a:solidFill>
                  <a:srgbClr val="000000"/>
                </a:solidFill>
                <a:latin typeface="Arial"/>
                <a:ea typeface="Arial"/>
                <a:cs typeface="Arial"/>
                <a:sym typeface="Arial"/>
              </a:rPr>
              <a:t>BakeAdmin</a:t>
            </a:r>
            <a:r>
              <a:rPr b="0" i="0" lang="es-MX" sz="2000" u="none" cap="none" strike="noStrike">
                <a:solidFill>
                  <a:srgbClr val="000000"/>
                </a:solidFill>
                <a:latin typeface="Arial"/>
                <a:ea typeface="Arial"/>
                <a:cs typeface="Arial"/>
                <a:sym typeface="Arial"/>
              </a:rPr>
              <a:t> contemplará el módulo de domicilios, el cual permitirá administrar los pedidos realizados por los clientes, asignar las entregas correspondientes y realizar el seguimiento del estado de cada solicitud. Esto facilitará la organización del proceso de distribución, mejorando la gestión de los pedidos y permitiendo un mayor control sobre las entregas realizadas.</a:t>
            </a:r>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8" name="Google Shape;198;p10" title="WhatsApp Image 2026-03-27 at 6.38.41 PM.jpeg"/>
          <p:cNvPicPr preferRelativeResize="0"/>
          <p:nvPr/>
        </p:nvPicPr>
        <p:blipFill rotWithShape="1">
          <a:blip r:embed="rId3">
            <a:alphaModFix/>
          </a:blip>
          <a:srcRect b="0" l="0" r="0" t="0"/>
          <a:stretch/>
        </p:blipFill>
        <p:spPr>
          <a:xfrm>
            <a:off x="8693575" y="508463"/>
            <a:ext cx="1080000" cy="540000"/>
          </a:xfrm>
          <a:prstGeom prst="rect">
            <a:avLst/>
          </a:prstGeom>
          <a:noFill/>
          <a:ln>
            <a:noFill/>
          </a:ln>
        </p:spPr>
      </p:pic>
      <p:pic>
        <p:nvPicPr>
          <p:cNvPr id="199" name="Google Shape;199;p10" title="images.png"/>
          <p:cNvPicPr preferRelativeResize="0"/>
          <p:nvPr/>
        </p:nvPicPr>
        <p:blipFill rotWithShape="1">
          <a:blip r:embed="rId4">
            <a:alphaModFix/>
          </a:blip>
          <a:srcRect b="0" l="0" r="0" t="0"/>
          <a:stretch/>
        </p:blipFill>
        <p:spPr>
          <a:xfrm>
            <a:off x="9773576" y="508463"/>
            <a:ext cx="1080000" cy="540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1"/>
          <p:cNvSpPr txBox="1"/>
          <p:nvPr/>
        </p:nvSpPr>
        <p:spPr>
          <a:xfrm>
            <a:off x="706314" y="440164"/>
            <a:ext cx="10515600"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C0C0C"/>
              </a:buClr>
              <a:buSzPts val="4400"/>
              <a:buFont typeface="Work Sans Medium"/>
              <a:buNone/>
            </a:pPr>
            <a:r>
              <a:rPr b="1" i="0" lang="es-MX" sz="4400" u="none" cap="none" strike="noStrike">
                <a:solidFill>
                  <a:srgbClr val="0C0C0C"/>
                </a:solidFill>
                <a:latin typeface="Work Sans Medium"/>
                <a:ea typeface="Work Sans Medium"/>
                <a:cs typeface="Work Sans Medium"/>
                <a:sym typeface="Work Sans Medium"/>
              </a:rPr>
              <a:t>Alcance</a:t>
            </a:r>
            <a:endParaRPr b="1" i="0" sz="1400" u="none" cap="none" strike="noStrike">
              <a:solidFill>
                <a:srgbClr val="000000"/>
              </a:solidFill>
              <a:latin typeface="Arial"/>
              <a:ea typeface="Arial"/>
              <a:cs typeface="Arial"/>
              <a:sym typeface="Arial"/>
            </a:endParaRPr>
          </a:p>
        </p:txBody>
      </p:sp>
      <p:sp>
        <p:nvSpPr>
          <p:cNvPr id="205" name="Google Shape;205;p11"/>
          <p:cNvSpPr txBox="1"/>
          <p:nvPr/>
        </p:nvSpPr>
        <p:spPr>
          <a:xfrm>
            <a:off x="8694348" y="508463"/>
            <a:ext cx="1080000" cy="54000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s-MX" sz="1600" u="none" cap="none" strike="noStrike">
                <a:solidFill>
                  <a:schemeClr val="dk1"/>
                </a:solidFill>
                <a:latin typeface="Work Sans Light"/>
                <a:ea typeface="Work Sans Light"/>
                <a:cs typeface="Work Sans Light"/>
                <a:sym typeface="Work Sans Light"/>
              </a:rPr>
              <a:t>Logo Sistema</a:t>
            </a:r>
            <a:endParaRPr b="0" i="0" sz="1600" u="none" cap="none" strike="noStrike">
              <a:solidFill>
                <a:schemeClr val="dk1"/>
              </a:solidFill>
              <a:latin typeface="Work Sans Light"/>
              <a:ea typeface="Work Sans Light"/>
              <a:cs typeface="Work Sans Light"/>
              <a:sym typeface="Work Sans Light"/>
            </a:endParaRPr>
          </a:p>
        </p:txBody>
      </p:sp>
      <p:sp>
        <p:nvSpPr>
          <p:cNvPr id="206" name="Google Shape;206;p11"/>
          <p:cNvSpPr txBox="1"/>
          <p:nvPr/>
        </p:nvSpPr>
        <p:spPr>
          <a:xfrm>
            <a:off x="9775121" y="510142"/>
            <a:ext cx="1080000" cy="54000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s-MX" sz="1600" u="none" cap="none" strike="noStrike">
                <a:solidFill>
                  <a:schemeClr val="dk1"/>
                </a:solidFill>
                <a:latin typeface="Work Sans Light"/>
                <a:ea typeface="Work Sans Light"/>
                <a:cs typeface="Work Sans Light"/>
                <a:sym typeface="Work Sans Light"/>
              </a:rPr>
              <a:t>Logo Empresa</a:t>
            </a:r>
            <a:endParaRPr b="0" i="0" sz="1400" u="none" cap="none" strike="noStrike">
              <a:solidFill>
                <a:srgbClr val="000000"/>
              </a:solidFill>
              <a:latin typeface="Arial"/>
              <a:ea typeface="Arial"/>
              <a:cs typeface="Arial"/>
              <a:sym typeface="Arial"/>
            </a:endParaRPr>
          </a:p>
        </p:txBody>
      </p:sp>
      <p:sp>
        <p:nvSpPr>
          <p:cNvPr id="207" name="Google Shape;207;p11"/>
          <p:cNvSpPr txBox="1"/>
          <p:nvPr/>
        </p:nvSpPr>
        <p:spPr>
          <a:xfrm>
            <a:off x="240468" y="1225729"/>
            <a:ext cx="11447293" cy="563227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2000" u="none" cap="none" strike="noStrike">
                <a:solidFill>
                  <a:srgbClr val="000000"/>
                </a:solidFill>
                <a:latin typeface="Arial"/>
                <a:ea typeface="Arial"/>
                <a:cs typeface="Arial"/>
                <a:sym typeface="Arial"/>
              </a:rPr>
              <a:t>Por otra parte, el sistema </a:t>
            </a:r>
            <a:r>
              <a:rPr b="1" i="0" lang="es-MX" sz="2000" u="none" cap="none" strike="noStrike">
                <a:solidFill>
                  <a:srgbClr val="000000"/>
                </a:solidFill>
                <a:latin typeface="Arial"/>
                <a:ea typeface="Arial"/>
                <a:cs typeface="Arial"/>
                <a:sym typeface="Arial"/>
              </a:rPr>
              <a:t>BakeAdmin</a:t>
            </a:r>
            <a:r>
              <a:rPr b="0" i="0" lang="es-MX" sz="2000" u="none" cap="none" strike="noStrike">
                <a:solidFill>
                  <a:srgbClr val="000000"/>
                </a:solidFill>
                <a:latin typeface="Arial"/>
                <a:ea typeface="Arial"/>
                <a:cs typeface="Arial"/>
                <a:sym typeface="Arial"/>
              </a:rPr>
              <a:t> no estará orientado a la gestión de procesos externos como la contabilidad avanzada, la facturación electrónica ante entidades gubernamentales o la integración directa con plataformas bancarias. Tampoco incluirá funcionalidades relacionadas con comercio electrónico en línea ni aplicaciones móviles nativas, ya que su enfoque principal se centra en la gestión interna de los procesos operativos de la empresa.</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MX" sz="2000" u="none" cap="none" strike="noStrike">
                <a:solidFill>
                  <a:srgbClr val="000000"/>
                </a:solidFill>
                <a:latin typeface="Arial"/>
                <a:ea typeface="Arial"/>
                <a:cs typeface="Arial"/>
                <a:sym typeface="Arial"/>
              </a:rPr>
              <a:t>En cuanto a las tecnologías, el sistema </a:t>
            </a:r>
            <a:r>
              <a:rPr b="1" i="0" lang="es-MX" sz="2000" u="none" cap="none" strike="noStrike">
                <a:solidFill>
                  <a:srgbClr val="000000"/>
                </a:solidFill>
                <a:latin typeface="Arial"/>
                <a:ea typeface="Arial"/>
                <a:cs typeface="Arial"/>
                <a:sym typeface="Arial"/>
              </a:rPr>
              <a:t>BakeAdmin</a:t>
            </a:r>
            <a:r>
              <a:rPr b="0" i="0" lang="es-MX" sz="2000" u="none" cap="none" strike="noStrike">
                <a:solidFill>
                  <a:srgbClr val="000000"/>
                </a:solidFill>
                <a:latin typeface="Arial"/>
                <a:ea typeface="Arial"/>
                <a:cs typeface="Arial"/>
                <a:sym typeface="Arial"/>
              </a:rPr>
              <a:t> será desarrollado bajo una arquitectura cliente-servidor, permitiendo la interacción entre el usuario y la aplicación a través de un navegador web. Se utilizará un enfoque de desarrollo basado en capas (presentación, lógica de negocio y datos), lo que facilitará la organización, mantenimiento y escalabilidad del sistema.</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MX" sz="2000" u="none" cap="none" strike="noStrike">
                <a:solidFill>
                  <a:srgbClr val="000000"/>
                </a:solidFill>
                <a:latin typeface="Arial"/>
                <a:ea typeface="Arial"/>
                <a:cs typeface="Arial"/>
                <a:sym typeface="Arial"/>
              </a:rPr>
              <a:t>Finalmente, para su implementación se emplearán tecnologías modernas de desarrollo web, incluyendo un framework de Front-End para la construcción de interfaces dinámicas e interactivas, y un Back-End encargado de la lógica del sistema y la gestión de la base de datos. Asimismo, se podrán aplicar patrones de diseño como MVC (Modelo-Vista-Controlador), junto con el uso de librerías y herramientas que optimicen el desarrollo, garanticen la seguridad de la información y mejoren el rendimiento general del sistema.</a:t>
            </a:r>
            <a:endParaRPr/>
          </a:p>
          <a:p>
            <a:pPr indent="0" lvl="0" marL="0" marR="0" rtl="0" algn="l">
              <a:lnSpc>
                <a:spcPct val="100000"/>
              </a:lnSpc>
              <a:spcBef>
                <a:spcPts val="0"/>
              </a:spcBef>
              <a:spcAft>
                <a:spcPts val="0"/>
              </a:spcAft>
              <a:buClr>
                <a:srgbClr val="000000"/>
              </a:buClr>
              <a:buSzPts val="2000"/>
              <a:buFont typeface="Arial"/>
              <a:buNone/>
            </a:pPr>
            <a:r>
              <a:rPr b="0" i="0" lang="es-MX" sz="2000" u="none" cap="none" strike="noStrike">
                <a:solidFill>
                  <a:schemeClr val="dk1"/>
                </a:solidFill>
                <a:latin typeface="Work Sans Light"/>
                <a:ea typeface="Work Sans Light"/>
                <a:cs typeface="Work Sans Light"/>
                <a:sym typeface="Work Sans Light"/>
              </a:rPr>
              <a:t>”</a:t>
            </a:r>
            <a:endParaRPr b="0" i="0" sz="2000" u="none" cap="none" strike="noStrike">
              <a:solidFill>
                <a:srgbClr val="000000"/>
              </a:solidFill>
              <a:latin typeface="Arial"/>
              <a:ea typeface="Arial"/>
              <a:cs typeface="Arial"/>
              <a:sym typeface="Arial"/>
            </a:endParaRPr>
          </a:p>
        </p:txBody>
      </p:sp>
      <p:pic>
        <p:nvPicPr>
          <p:cNvPr id="208" name="Google Shape;208;p11" title="WhatsApp Image 2026-03-27 at 6.38.41 PM.jpeg"/>
          <p:cNvPicPr preferRelativeResize="0"/>
          <p:nvPr/>
        </p:nvPicPr>
        <p:blipFill rotWithShape="1">
          <a:blip r:embed="rId3">
            <a:alphaModFix/>
          </a:blip>
          <a:srcRect b="0" l="0" r="0" t="0"/>
          <a:stretch/>
        </p:blipFill>
        <p:spPr>
          <a:xfrm>
            <a:off x="8693575" y="508463"/>
            <a:ext cx="1080000" cy="540000"/>
          </a:xfrm>
          <a:prstGeom prst="rect">
            <a:avLst/>
          </a:prstGeom>
          <a:noFill/>
          <a:ln>
            <a:noFill/>
          </a:ln>
        </p:spPr>
      </p:pic>
      <p:pic>
        <p:nvPicPr>
          <p:cNvPr id="209" name="Google Shape;209;p11" title="images.png"/>
          <p:cNvPicPr preferRelativeResize="0"/>
          <p:nvPr/>
        </p:nvPicPr>
        <p:blipFill rotWithShape="1">
          <a:blip r:embed="rId4">
            <a:alphaModFix/>
          </a:blip>
          <a:srcRect b="0" l="0" r="0" t="0"/>
          <a:stretch/>
        </p:blipFill>
        <p:spPr>
          <a:xfrm>
            <a:off x="9773576" y="508463"/>
            <a:ext cx="1080000" cy="540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2"/>
          <p:cNvSpPr txBox="1"/>
          <p:nvPr>
            <p:ph type="title"/>
          </p:nvPr>
        </p:nvSpPr>
        <p:spPr>
          <a:xfrm>
            <a:off x="456236" y="11048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Delimitación</a:t>
            </a:r>
            <a:endParaRPr/>
          </a:p>
        </p:txBody>
      </p:sp>
      <p:sp>
        <p:nvSpPr>
          <p:cNvPr id="215" name="Google Shape;215;p12"/>
          <p:cNvSpPr txBox="1"/>
          <p:nvPr/>
        </p:nvSpPr>
        <p:spPr>
          <a:xfrm>
            <a:off x="8694348" y="508463"/>
            <a:ext cx="1080000" cy="540000"/>
          </a:xfrm>
          <a:prstGeom prst="rect">
            <a:avLst/>
          </a:pr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s-MX" sz="1600" u="none" cap="none" strike="noStrike">
                <a:solidFill>
                  <a:schemeClr val="lt1"/>
                </a:solidFill>
                <a:latin typeface="Work Sans Light"/>
                <a:ea typeface="Work Sans Light"/>
                <a:cs typeface="Work Sans Light"/>
                <a:sym typeface="Work Sans Light"/>
              </a:rPr>
              <a:t>Logo Sistema</a:t>
            </a:r>
            <a:endParaRPr b="1" i="0" sz="1600" u="none" cap="none" strike="noStrike">
              <a:solidFill>
                <a:schemeClr val="lt1"/>
              </a:solidFill>
              <a:latin typeface="Work Sans Light"/>
              <a:ea typeface="Work Sans Light"/>
              <a:cs typeface="Work Sans Light"/>
              <a:sym typeface="Work Sans Light"/>
            </a:endParaRPr>
          </a:p>
        </p:txBody>
      </p:sp>
      <p:sp>
        <p:nvSpPr>
          <p:cNvPr id="216" name="Google Shape;216;p12"/>
          <p:cNvSpPr txBox="1"/>
          <p:nvPr/>
        </p:nvSpPr>
        <p:spPr>
          <a:xfrm>
            <a:off x="9775121" y="510142"/>
            <a:ext cx="1080000" cy="540000"/>
          </a:xfrm>
          <a:prstGeom prst="rect">
            <a:avLst/>
          </a:pr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s-MX" sz="1600" u="none" cap="none" strike="noStrike">
                <a:solidFill>
                  <a:schemeClr val="lt1"/>
                </a:solidFill>
                <a:latin typeface="Work Sans Light"/>
                <a:ea typeface="Work Sans Light"/>
                <a:cs typeface="Work Sans Light"/>
                <a:sym typeface="Work Sans Light"/>
              </a:rPr>
              <a:t>Logo Empresa</a:t>
            </a:r>
            <a:endParaRPr b="0" i="0" sz="1400" u="none" cap="none" strike="noStrike">
              <a:solidFill>
                <a:srgbClr val="000000"/>
              </a:solidFill>
              <a:latin typeface="Arial"/>
              <a:ea typeface="Arial"/>
              <a:cs typeface="Arial"/>
              <a:sym typeface="Arial"/>
            </a:endParaRPr>
          </a:p>
        </p:txBody>
      </p:sp>
      <p:sp>
        <p:nvSpPr>
          <p:cNvPr id="217" name="Google Shape;217;p12"/>
          <p:cNvSpPr txBox="1"/>
          <p:nvPr/>
        </p:nvSpPr>
        <p:spPr>
          <a:xfrm>
            <a:off x="99791" y="1436044"/>
            <a:ext cx="11447293" cy="55707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2000" u="none" cap="none" strike="noStrike">
                <a:solidFill>
                  <a:srgbClr val="000000"/>
                </a:solidFill>
                <a:latin typeface="Arial"/>
                <a:ea typeface="Arial"/>
                <a:cs typeface="Arial"/>
                <a:sym typeface="Arial"/>
              </a:rPr>
              <a:t>El desarrollo del sistema </a:t>
            </a:r>
            <a:r>
              <a:rPr b="1" i="0" lang="es-MX" sz="2000" u="none" cap="none" strike="noStrike">
                <a:solidFill>
                  <a:srgbClr val="000000"/>
                </a:solidFill>
                <a:latin typeface="Arial"/>
                <a:ea typeface="Arial"/>
                <a:cs typeface="Arial"/>
                <a:sym typeface="Arial"/>
              </a:rPr>
              <a:t>BakeAdmin</a:t>
            </a:r>
            <a:r>
              <a:rPr b="0" i="0" lang="es-MX" sz="2000" u="none" cap="none" strike="noStrike">
                <a:solidFill>
                  <a:srgbClr val="000000"/>
                </a:solidFill>
                <a:latin typeface="Arial"/>
                <a:ea typeface="Arial"/>
                <a:cs typeface="Arial"/>
                <a:sym typeface="Arial"/>
              </a:rPr>
              <a:t> para la Empresa </a:t>
            </a:r>
            <a:r>
              <a:rPr b="1" i="0" lang="es-MX" sz="2000" u="none" cap="none" strike="noStrike">
                <a:solidFill>
                  <a:srgbClr val="000000"/>
                </a:solidFill>
                <a:latin typeface="Arial"/>
                <a:ea typeface="Arial"/>
                <a:cs typeface="Arial"/>
                <a:sym typeface="Arial"/>
              </a:rPr>
              <a:t>Coffee Park </a:t>
            </a:r>
            <a:r>
              <a:rPr b="0" i="0" lang="es-MX" sz="2000" u="none" cap="none" strike="noStrike">
                <a:solidFill>
                  <a:srgbClr val="000000"/>
                </a:solidFill>
                <a:latin typeface="Arial"/>
                <a:ea typeface="Arial"/>
                <a:cs typeface="Arial"/>
                <a:sym typeface="Arial"/>
              </a:rPr>
              <a:t>se llevará a cabo mediante un cronograma estructurado basado en el modelo de diagrama de Gantt, el cual permitirá planificar, organizar y controlar las actividades del proyecto en función del tiempo. Este cronograma contempla las fases principales del desarrollo de software, incluyendo análisis de requerimientos, diseño, desarrollo, pruebas e implementación, garantizando una ejecución ordenada y coherente del proyecto.</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MX" sz="2000" u="none" cap="none" strike="noStrike">
                <a:solidFill>
                  <a:srgbClr val="000000"/>
                </a:solidFill>
                <a:latin typeface="Arial"/>
                <a:ea typeface="Arial"/>
                <a:cs typeface="Arial"/>
                <a:sym typeface="Arial"/>
              </a:rPr>
              <a:t>En la fase de análisis de requerimientos se identificarán las necesidades de la empresa, los procesos a automatizar y los perfiles de usuario involucrados. Como evidencia de esta etapa se generarán documentos como el levantamiento de información y la definición de requisitos funcionales y no funcionales. Esta fase estará a cargo del equipo de desarrollo, en coordinación con los responsables del negocio.</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MX" sz="2000" u="none" cap="none" strike="noStrike">
                <a:solidFill>
                  <a:srgbClr val="000000"/>
                </a:solidFill>
                <a:latin typeface="Arial"/>
                <a:ea typeface="Arial"/>
                <a:cs typeface="Arial"/>
                <a:sym typeface="Arial"/>
              </a:rPr>
              <a:t>Posteriormente, en la fase de diseño se estructurará la arquitectura del sistema, la base de datos y las interfaces de usuario. En esta etapa se elaborarán diagramas como el modelo entidad-relación, diagramas de casos de uso y prototipos de interfaz. Estas evidencias permitirán tener una visión clara del funcionamiento del sistema antes de su desarrollo.</a:t>
            </a:r>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Work Sans Light"/>
              <a:ea typeface="Work Sans Light"/>
              <a:cs typeface="Work Sans Light"/>
              <a:sym typeface="Work Sans Light"/>
            </a:endParaRPr>
          </a:p>
        </p:txBody>
      </p:sp>
      <p:pic>
        <p:nvPicPr>
          <p:cNvPr id="218" name="Google Shape;218;p12" title="WhatsApp Image 2026-03-27 at 6.38.41 PM.jpeg"/>
          <p:cNvPicPr preferRelativeResize="0"/>
          <p:nvPr/>
        </p:nvPicPr>
        <p:blipFill rotWithShape="1">
          <a:blip r:embed="rId3">
            <a:alphaModFix/>
          </a:blip>
          <a:srcRect b="0" l="0" r="0" t="0"/>
          <a:stretch/>
        </p:blipFill>
        <p:spPr>
          <a:xfrm>
            <a:off x="8693575" y="508463"/>
            <a:ext cx="1080000" cy="540000"/>
          </a:xfrm>
          <a:prstGeom prst="rect">
            <a:avLst/>
          </a:prstGeom>
          <a:noFill/>
          <a:ln>
            <a:noFill/>
          </a:ln>
        </p:spPr>
      </p:pic>
      <p:pic>
        <p:nvPicPr>
          <p:cNvPr id="219" name="Google Shape;219;p12" title="images.png"/>
          <p:cNvPicPr preferRelativeResize="0"/>
          <p:nvPr/>
        </p:nvPicPr>
        <p:blipFill rotWithShape="1">
          <a:blip r:embed="rId4">
            <a:alphaModFix/>
          </a:blip>
          <a:srcRect b="0" l="0" r="0" t="0"/>
          <a:stretch/>
        </p:blipFill>
        <p:spPr>
          <a:xfrm>
            <a:off x="9773576" y="508463"/>
            <a:ext cx="1080000" cy="540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3"/>
          <p:cNvSpPr txBox="1"/>
          <p:nvPr/>
        </p:nvSpPr>
        <p:spPr>
          <a:xfrm>
            <a:off x="456236" y="440164"/>
            <a:ext cx="10515600"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C0C0C"/>
              </a:buClr>
              <a:buSzPts val="4400"/>
              <a:buFont typeface="Work Sans Medium"/>
              <a:buNone/>
            </a:pPr>
            <a:r>
              <a:rPr b="1" i="0" lang="es-MX" sz="4400" u="none" cap="none" strike="noStrike">
                <a:solidFill>
                  <a:srgbClr val="0C0C0C"/>
                </a:solidFill>
                <a:latin typeface="Work Sans Medium"/>
                <a:ea typeface="Work Sans Medium"/>
                <a:cs typeface="Work Sans Medium"/>
                <a:sym typeface="Work Sans Medium"/>
              </a:rPr>
              <a:t>Delimitación</a:t>
            </a:r>
            <a:endParaRPr b="1" i="0" sz="1400" u="none" cap="none" strike="noStrike">
              <a:solidFill>
                <a:srgbClr val="000000"/>
              </a:solidFill>
              <a:latin typeface="Arial"/>
              <a:ea typeface="Arial"/>
              <a:cs typeface="Arial"/>
              <a:sym typeface="Arial"/>
            </a:endParaRPr>
          </a:p>
        </p:txBody>
      </p:sp>
      <p:sp>
        <p:nvSpPr>
          <p:cNvPr id="225" name="Google Shape;225;p13"/>
          <p:cNvSpPr txBox="1"/>
          <p:nvPr/>
        </p:nvSpPr>
        <p:spPr>
          <a:xfrm>
            <a:off x="8694348" y="508463"/>
            <a:ext cx="1080000" cy="54000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s-MX" sz="1600" u="none" cap="none" strike="noStrike">
                <a:solidFill>
                  <a:schemeClr val="dk1"/>
                </a:solidFill>
                <a:latin typeface="Work Sans Light"/>
                <a:ea typeface="Work Sans Light"/>
                <a:cs typeface="Work Sans Light"/>
                <a:sym typeface="Work Sans Light"/>
              </a:rPr>
              <a:t>Logo Sistema</a:t>
            </a:r>
            <a:endParaRPr b="0" i="0" sz="1600" u="none" cap="none" strike="noStrike">
              <a:solidFill>
                <a:schemeClr val="dk1"/>
              </a:solidFill>
              <a:latin typeface="Work Sans Light"/>
              <a:ea typeface="Work Sans Light"/>
              <a:cs typeface="Work Sans Light"/>
              <a:sym typeface="Work Sans Light"/>
            </a:endParaRPr>
          </a:p>
        </p:txBody>
      </p:sp>
      <p:sp>
        <p:nvSpPr>
          <p:cNvPr id="226" name="Google Shape;226;p13"/>
          <p:cNvSpPr txBox="1"/>
          <p:nvPr/>
        </p:nvSpPr>
        <p:spPr>
          <a:xfrm>
            <a:off x="9775121" y="510142"/>
            <a:ext cx="1080000" cy="54000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s-MX" sz="1600" u="none" cap="none" strike="noStrike">
                <a:solidFill>
                  <a:schemeClr val="dk1"/>
                </a:solidFill>
                <a:latin typeface="Work Sans Light"/>
                <a:ea typeface="Work Sans Light"/>
                <a:cs typeface="Work Sans Light"/>
                <a:sym typeface="Work Sans Light"/>
              </a:rPr>
              <a:t>Logo Empresa</a:t>
            </a:r>
            <a:endParaRPr b="0" i="0" sz="1400" u="none" cap="none" strike="noStrike">
              <a:solidFill>
                <a:srgbClr val="000000"/>
              </a:solidFill>
              <a:latin typeface="Arial"/>
              <a:ea typeface="Arial"/>
              <a:cs typeface="Arial"/>
              <a:sym typeface="Arial"/>
            </a:endParaRPr>
          </a:p>
        </p:txBody>
      </p:sp>
      <p:sp>
        <p:nvSpPr>
          <p:cNvPr id="227" name="Google Shape;227;p13"/>
          <p:cNvSpPr txBox="1"/>
          <p:nvPr/>
        </p:nvSpPr>
        <p:spPr>
          <a:xfrm>
            <a:off x="456236" y="1632352"/>
            <a:ext cx="11447400" cy="49254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s-MX" sz="2000" u="none" cap="none" strike="noStrike">
                <a:solidFill>
                  <a:srgbClr val="000000"/>
                </a:solidFill>
                <a:latin typeface="Arial"/>
                <a:ea typeface="Arial"/>
                <a:cs typeface="Arial"/>
                <a:sym typeface="Arial"/>
              </a:rPr>
              <a:t>Durante la fase de desarrollo se implementarán los módulos del sistema, incluyendo </a:t>
            </a:r>
            <a:r>
              <a:rPr lang="es-MX" sz="2000"/>
              <a:t>producción</a:t>
            </a:r>
            <a:r>
              <a:rPr b="0" i="0" lang="es-MX" sz="2000" u="none" cap="none" strike="noStrike">
                <a:solidFill>
                  <a:srgbClr val="000000"/>
                </a:solidFill>
                <a:latin typeface="Arial"/>
                <a:ea typeface="Arial"/>
                <a:cs typeface="Arial"/>
                <a:sym typeface="Arial"/>
              </a:rPr>
              <a:t>, domicilios, y compras. Esta etapa se dividirá en actividades específicas por módulo, con el fin de facilitar el control del avance. Las evidencias estarán representadas en el código fuente, avances funcionales del sistema y pruebas parciales realizadas por el equipo.</a:t>
            </a:r>
            <a:endParaRPr/>
          </a:p>
          <a:p>
            <a:pPr indent="0" lvl="0" marL="0" marR="0" rtl="0" algn="just">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MX" sz="2000" u="none" cap="none" strike="noStrike">
                <a:solidFill>
                  <a:srgbClr val="000000"/>
                </a:solidFill>
                <a:latin typeface="Arial"/>
                <a:ea typeface="Arial"/>
                <a:cs typeface="Arial"/>
                <a:sym typeface="Arial"/>
              </a:rPr>
              <a:t>En la fase de pruebas se verificará el correcto funcionamiento del sistema mediante pruebas funcionales, de integración y validación con los usuarios. Se identificarán y corregirán errores, garantizando la calidad del software antes de su implementación. Como evidencia se generarán reportes de pruebas y registros de incidencias.</a:t>
            </a:r>
            <a:endParaRPr/>
          </a:p>
          <a:p>
            <a:pPr indent="0" lvl="0" marL="0" marR="0" rtl="0" algn="just">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MX" sz="2000" u="none" cap="none" strike="noStrike">
                <a:solidFill>
                  <a:srgbClr val="000000"/>
                </a:solidFill>
                <a:latin typeface="Arial"/>
                <a:ea typeface="Arial"/>
                <a:cs typeface="Arial"/>
                <a:sym typeface="Arial"/>
              </a:rPr>
              <a:t>Finalmente, en la fase de implementación se realizará la entrega del sistema </a:t>
            </a:r>
            <a:r>
              <a:rPr b="1" i="0" lang="es-MX" sz="2000" u="none" cap="none" strike="noStrike">
                <a:solidFill>
                  <a:srgbClr val="000000"/>
                </a:solidFill>
                <a:latin typeface="Arial"/>
                <a:ea typeface="Arial"/>
                <a:cs typeface="Arial"/>
                <a:sym typeface="Arial"/>
              </a:rPr>
              <a:t>BakeAdmin, </a:t>
            </a:r>
            <a:r>
              <a:rPr b="0" i="0" lang="es-MX" sz="2000" u="none" cap="none" strike="noStrike">
                <a:solidFill>
                  <a:srgbClr val="000000"/>
                </a:solidFill>
                <a:latin typeface="Arial"/>
                <a:ea typeface="Arial"/>
                <a:cs typeface="Arial"/>
                <a:sym typeface="Arial"/>
              </a:rPr>
              <a:t>incluyendo su despliegue en un entorno de uso real y la capacitación básica a los usuarios de la Empresa </a:t>
            </a:r>
            <a:r>
              <a:rPr b="1" i="0" lang="es-MX" sz="2000" u="none" cap="none" strike="noStrike">
                <a:solidFill>
                  <a:srgbClr val="000000"/>
                </a:solidFill>
                <a:latin typeface="Arial"/>
                <a:ea typeface="Arial"/>
                <a:cs typeface="Arial"/>
                <a:sym typeface="Arial"/>
              </a:rPr>
              <a:t>Coffee Park. </a:t>
            </a:r>
            <a:r>
              <a:rPr b="0" i="0" lang="es-MX" sz="2000" u="none" cap="none" strike="noStrike">
                <a:solidFill>
                  <a:srgbClr val="000000"/>
                </a:solidFill>
                <a:latin typeface="Arial"/>
                <a:ea typeface="Arial"/>
                <a:cs typeface="Arial"/>
                <a:sym typeface="Arial"/>
              </a:rPr>
              <a:t>Esta etapa incluirá como evidencias el sistema en funcionamiento, manuales de usuario y documentación técnica, asegurando que el proyecto cumpla con los objetivos planteados dentro del tiempo establecido.</a:t>
            </a:r>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8" name="Google Shape;228;p13" title="images.png"/>
          <p:cNvPicPr preferRelativeResize="0"/>
          <p:nvPr/>
        </p:nvPicPr>
        <p:blipFill rotWithShape="1">
          <a:blip r:embed="rId3">
            <a:alphaModFix/>
          </a:blip>
          <a:srcRect b="0" l="0" r="0" t="0"/>
          <a:stretch/>
        </p:blipFill>
        <p:spPr>
          <a:xfrm>
            <a:off x="9773576" y="508463"/>
            <a:ext cx="1080000" cy="540000"/>
          </a:xfrm>
          <a:prstGeom prst="rect">
            <a:avLst/>
          </a:prstGeom>
          <a:noFill/>
          <a:ln>
            <a:noFill/>
          </a:ln>
        </p:spPr>
      </p:pic>
      <p:pic>
        <p:nvPicPr>
          <p:cNvPr id="229" name="Google Shape;229;p13" title="WhatsApp Image 2026-03-27 at 6.38.41 PM.jpeg"/>
          <p:cNvPicPr preferRelativeResize="0"/>
          <p:nvPr/>
        </p:nvPicPr>
        <p:blipFill rotWithShape="1">
          <a:blip r:embed="rId4">
            <a:alphaModFix/>
          </a:blip>
          <a:srcRect b="0" l="0" r="0" t="0"/>
          <a:stretch/>
        </p:blipFill>
        <p:spPr>
          <a:xfrm>
            <a:off x="8693575" y="508463"/>
            <a:ext cx="1080000" cy="540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4"/>
          <p:cNvSpPr txBox="1"/>
          <p:nvPr>
            <p:ph type="title"/>
          </p:nvPr>
        </p:nvSpPr>
        <p:spPr>
          <a:xfrm>
            <a:off x="456236" y="11048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Font typeface="Work Sans Medium"/>
              <a:buNone/>
            </a:pPr>
            <a:r>
              <a:rPr lang="es-MX" sz="3200">
                <a:solidFill>
                  <a:schemeClr val="lt1"/>
                </a:solidFill>
                <a:latin typeface="Work Sans Medium"/>
                <a:ea typeface="Work Sans Medium"/>
                <a:cs typeface="Work Sans Medium"/>
                <a:sym typeface="Work Sans Medium"/>
              </a:rPr>
              <a:t>Entregables Proyecto Formativo</a:t>
            </a:r>
            <a:br>
              <a:rPr lang="es-MX" sz="3200">
                <a:solidFill>
                  <a:schemeClr val="lt1"/>
                </a:solidFill>
                <a:latin typeface="Work Sans Medium"/>
                <a:ea typeface="Work Sans Medium"/>
                <a:cs typeface="Work Sans Medium"/>
                <a:sym typeface="Work Sans Medium"/>
              </a:rPr>
            </a:br>
            <a:r>
              <a:rPr lang="es-MX" sz="3200">
                <a:solidFill>
                  <a:schemeClr val="lt1"/>
                </a:solidFill>
                <a:latin typeface="Work Sans Medium"/>
                <a:ea typeface="Work Sans Medium"/>
                <a:cs typeface="Work Sans Medium"/>
                <a:sym typeface="Work Sans Medium"/>
              </a:rPr>
              <a:t>por Trimestre</a:t>
            </a:r>
            <a:endParaRPr sz="3200">
              <a:solidFill>
                <a:schemeClr val="lt1"/>
              </a:solidFill>
              <a:latin typeface="Work Sans Medium"/>
              <a:ea typeface="Work Sans Medium"/>
              <a:cs typeface="Work Sans Medium"/>
              <a:sym typeface="Work Sans Medium"/>
            </a:endParaRPr>
          </a:p>
        </p:txBody>
      </p:sp>
      <p:sp>
        <p:nvSpPr>
          <p:cNvPr id="236" name="Google Shape;236;p14"/>
          <p:cNvSpPr txBox="1"/>
          <p:nvPr/>
        </p:nvSpPr>
        <p:spPr>
          <a:xfrm>
            <a:off x="8694348" y="508463"/>
            <a:ext cx="1080000" cy="540000"/>
          </a:xfrm>
          <a:prstGeom prst="rect">
            <a:avLst/>
          </a:pr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s-MX" sz="1600" u="none" cap="none" strike="noStrike">
                <a:solidFill>
                  <a:schemeClr val="lt1"/>
                </a:solidFill>
                <a:latin typeface="Work Sans Light"/>
                <a:ea typeface="Work Sans Light"/>
                <a:cs typeface="Work Sans Light"/>
                <a:sym typeface="Work Sans Light"/>
              </a:rPr>
              <a:t>Logo Sistema</a:t>
            </a:r>
            <a:endParaRPr b="1" i="0" sz="1600" u="none" cap="none" strike="noStrike">
              <a:solidFill>
                <a:schemeClr val="lt1"/>
              </a:solidFill>
              <a:latin typeface="Work Sans Light"/>
              <a:ea typeface="Work Sans Light"/>
              <a:cs typeface="Work Sans Light"/>
              <a:sym typeface="Work Sans Light"/>
            </a:endParaRPr>
          </a:p>
        </p:txBody>
      </p:sp>
      <p:sp>
        <p:nvSpPr>
          <p:cNvPr id="237" name="Google Shape;237;p14"/>
          <p:cNvSpPr txBox="1"/>
          <p:nvPr/>
        </p:nvSpPr>
        <p:spPr>
          <a:xfrm>
            <a:off x="9775121" y="510142"/>
            <a:ext cx="1080000" cy="540000"/>
          </a:xfrm>
          <a:prstGeom prst="rect">
            <a:avLst/>
          </a:pr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s-MX" sz="1600" u="none" cap="none" strike="noStrike">
                <a:solidFill>
                  <a:schemeClr val="lt1"/>
                </a:solidFill>
                <a:latin typeface="Work Sans Light"/>
                <a:ea typeface="Work Sans Light"/>
                <a:cs typeface="Work Sans Light"/>
                <a:sym typeface="Work Sans Light"/>
              </a:rPr>
              <a:t>Logo Empresa</a:t>
            </a:r>
            <a:endParaRPr b="0" i="0" sz="1400" u="none" cap="none" strike="noStrike">
              <a:solidFill>
                <a:srgbClr val="000000"/>
              </a:solidFill>
              <a:latin typeface="Arial"/>
              <a:ea typeface="Arial"/>
              <a:cs typeface="Arial"/>
              <a:sym typeface="Arial"/>
            </a:endParaRPr>
          </a:p>
        </p:txBody>
      </p:sp>
      <p:sp>
        <p:nvSpPr>
          <p:cNvPr id="238" name="Google Shape;238;p14"/>
          <p:cNvSpPr txBox="1"/>
          <p:nvPr/>
        </p:nvSpPr>
        <p:spPr>
          <a:xfrm>
            <a:off x="75476" y="1819681"/>
            <a:ext cx="3854368" cy="1815841"/>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Plan de Proyecto</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400"/>
              <a:buFont typeface="Arial"/>
              <a:buChar char="•"/>
            </a:pPr>
            <a:r>
              <a:rPr b="0" i="0" lang="es-MX" sz="1400" u="sng" cap="none" strike="noStrike">
                <a:solidFill>
                  <a:schemeClr val="dk1"/>
                </a:solidFill>
                <a:latin typeface="Work Sans Light"/>
                <a:ea typeface="Work Sans Light"/>
                <a:cs typeface="Work Sans Light"/>
                <a:sym typeface="Work Sans Light"/>
                <a:hlinkClick r:id="rId3">
                  <a:extLst>
                    <a:ext uri="{A12FA001-AC4F-418D-AE19-62706E023703}">
                      <ahyp:hlinkClr val="tx"/>
                    </a:ext>
                  </a:extLst>
                </a:hlinkClick>
              </a:rPr>
              <a:t>Levantamiento de Información</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400"/>
              <a:buFont typeface="Arial"/>
              <a:buChar char="•"/>
            </a:pPr>
            <a:r>
              <a:rPr b="0" i="0" lang="es-MX" sz="1400" u="sng" cap="none" strike="noStrike">
                <a:solidFill>
                  <a:schemeClr val="dk1"/>
                </a:solidFill>
                <a:latin typeface="Work Sans Light"/>
                <a:ea typeface="Work Sans Light"/>
                <a:cs typeface="Work Sans Light"/>
                <a:sym typeface="Work Sans Light"/>
                <a:hlinkClick r:id="rId4">
                  <a:extLst>
                    <a:ext uri="{A12FA001-AC4F-418D-AE19-62706E023703}">
                      <ahyp:hlinkClr val="tx"/>
                    </a:ext>
                  </a:extLst>
                </a:hlinkClick>
              </a:rPr>
              <a:t>Diagrama de Procesos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IEEE-830 o Historias de Usuario</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Casos de Uso Extendido</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Diagrama de Clases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Prototipo No Funcional</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Patrón de Diseño</a:t>
            </a:r>
            <a:endParaRPr b="0" i="0" sz="1400" u="none" cap="none" strike="noStrike">
              <a:solidFill>
                <a:schemeClr val="dk1"/>
              </a:solidFill>
              <a:latin typeface="Work Sans Light"/>
              <a:ea typeface="Work Sans Light"/>
              <a:cs typeface="Work Sans Light"/>
              <a:sym typeface="Work Sans Light"/>
            </a:endParaRPr>
          </a:p>
        </p:txBody>
      </p:sp>
      <p:grpSp>
        <p:nvGrpSpPr>
          <p:cNvPr id="239" name="Google Shape;239;p14"/>
          <p:cNvGrpSpPr/>
          <p:nvPr/>
        </p:nvGrpSpPr>
        <p:grpSpPr>
          <a:xfrm>
            <a:off x="187562" y="1419892"/>
            <a:ext cx="3239167" cy="313569"/>
            <a:chOff x="-255202" y="1419892"/>
            <a:chExt cx="3239167" cy="313569"/>
          </a:xfrm>
        </p:grpSpPr>
        <p:sp>
          <p:nvSpPr>
            <p:cNvPr id="240" name="Google Shape;240;p14"/>
            <p:cNvSpPr/>
            <p:nvPr/>
          </p:nvSpPr>
          <p:spPr>
            <a:xfrm>
              <a:off x="-115128" y="1687742"/>
              <a:ext cx="971956" cy="4571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1" name="Google Shape;241;p14"/>
            <p:cNvSpPr txBox="1"/>
            <p:nvPr/>
          </p:nvSpPr>
          <p:spPr>
            <a:xfrm>
              <a:off x="-255202" y="1419892"/>
              <a:ext cx="3239167" cy="29459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1800"/>
                <a:buFont typeface="Work Sans Light"/>
                <a:buNone/>
              </a:pPr>
              <a:r>
                <a:rPr b="1" i="0" lang="es-MX" sz="1800" u="none" cap="none" strike="noStrike">
                  <a:solidFill>
                    <a:srgbClr val="38AA00"/>
                  </a:solidFill>
                  <a:latin typeface="Work Sans Light"/>
                  <a:ea typeface="Work Sans Light"/>
                  <a:cs typeface="Work Sans Light"/>
                  <a:sym typeface="Work Sans Light"/>
                </a:rPr>
                <a:t>Primer Trimestre</a:t>
              </a:r>
              <a:endParaRPr b="0" i="0" sz="1400" u="none" cap="none" strike="noStrike">
                <a:solidFill>
                  <a:srgbClr val="000000"/>
                </a:solidFill>
                <a:latin typeface="Arial"/>
                <a:ea typeface="Arial"/>
                <a:cs typeface="Arial"/>
                <a:sym typeface="Arial"/>
              </a:endParaRPr>
            </a:p>
          </p:txBody>
        </p:sp>
      </p:grpSp>
      <p:sp>
        <p:nvSpPr>
          <p:cNvPr id="242" name="Google Shape;242;p14"/>
          <p:cNvSpPr txBox="1"/>
          <p:nvPr/>
        </p:nvSpPr>
        <p:spPr>
          <a:xfrm>
            <a:off x="0" y="4001148"/>
            <a:ext cx="3854368" cy="203132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Modelo Entidad Relación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Modelo Relacional</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Diccionario de Datos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Script de la BBDD</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Sentencias DDL</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Consultas DML</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Automatización de la BBDD</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Sistema de Información Web – Servidor Local</a:t>
            </a:r>
            <a:endParaRPr b="0" i="0" sz="1400" u="none" cap="none" strike="noStrike">
              <a:solidFill>
                <a:schemeClr val="dk1"/>
              </a:solidFill>
              <a:latin typeface="Work Sans Light"/>
              <a:ea typeface="Work Sans Light"/>
              <a:cs typeface="Work Sans Light"/>
              <a:sym typeface="Work Sans Light"/>
            </a:endParaRPr>
          </a:p>
        </p:txBody>
      </p:sp>
      <p:grpSp>
        <p:nvGrpSpPr>
          <p:cNvPr id="243" name="Google Shape;243;p14"/>
          <p:cNvGrpSpPr/>
          <p:nvPr/>
        </p:nvGrpSpPr>
        <p:grpSpPr>
          <a:xfrm>
            <a:off x="0" y="3568215"/>
            <a:ext cx="3239167" cy="347863"/>
            <a:chOff x="668953" y="1494678"/>
            <a:chExt cx="3239167" cy="347863"/>
          </a:xfrm>
        </p:grpSpPr>
        <p:sp>
          <p:nvSpPr>
            <p:cNvPr id="244" name="Google Shape;244;p14"/>
            <p:cNvSpPr/>
            <p:nvPr/>
          </p:nvSpPr>
          <p:spPr>
            <a:xfrm>
              <a:off x="781688" y="1796822"/>
              <a:ext cx="971956" cy="4571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5" name="Google Shape;245;p14"/>
            <p:cNvSpPr txBox="1"/>
            <p:nvPr/>
          </p:nvSpPr>
          <p:spPr>
            <a:xfrm>
              <a:off x="668953" y="1494678"/>
              <a:ext cx="3239167" cy="29459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1800"/>
                <a:buFont typeface="Work Sans Light"/>
                <a:buNone/>
              </a:pPr>
              <a:r>
                <a:rPr b="1" i="0" lang="es-MX" sz="1800" u="none" cap="none" strike="noStrike">
                  <a:solidFill>
                    <a:srgbClr val="38AA00"/>
                  </a:solidFill>
                  <a:latin typeface="Work Sans Light"/>
                  <a:ea typeface="Work Sans Light"/>
                  <a:cs typeface="Work Sans Light"/>
                  <a:sym typeface="Work Sans Light"/>
                </a:rPr>
                <a:t>Segundo Trimestre</a:t>
              </a:r>
              <a:endParaRPr b="0" i="0" sz="1400" u="none" cap="none" strike="noStrike">
                <a:solidFill>
                  <a:srgbClr val="000000"/>
                </a:solidFill>
                <a:latin typeface="Arial"/>
                <a:ea typeface="Arial"/>
                <a:cs typeface="Arial"/>
                <a:sym typeface="Arial"/>
              </a:endParaRPr>
            </a:p>
          </p:txBody>
        </p:sp>
      </p:grpSp>
      <p:grpSp>
        <p:nvGrpSpPr>
          <p:cNvPr id="246" name="Google Shape;246;p14"/>
          <p:cNvGrpSpPr/>
          <p:nvPr/>
        </p:nvGrpSpPr>
        <p:grpSpPr>
          <a:xfrm>
            <a:off x="4094452" y="1384863"/>
            <a:ext cx="3239167" cy="294592"/>
            <a:chOff x="-1098301" y="246317"/>
            <a:chExt cx="3239167" cy="294592"/>
          </a:xfrm>
        </p:grpSpPr>
        <p:sp>
          <p:nvSpPr>
            <p:cNvPr id="247" name="Google Shape;247;p14"/>
            <p:cNvSpPr/>
            <p:nvPr/>
          </p:nvSpPr>
          <p:spPr>
            <a:xfrm>
              <a:off x="-994425" y="477708"/>
              <a:ext cx="971956" cy="4571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8" name="Google Shape;248;p14"/>
            <p:cNvSpPr txBox="1"/>
            <p:nvPr/>
          </p:nvSpPr>
          <p:spPr>
            <a:xfrm>
              <a:off x="-1098301" y="246317"/>
              <a:ext cx="3239167" cy="29459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1800"/>
                <a:buFont typeface="Work Sans Light"/>
                <a:buNone/>
              </a:pPr>
              <a:r>
                <a:rPr b="1" i="0" lang="es-MX" sz="1800" u="none" cap="none" strike="noStrike">
                  <a:solidFill>
                    <a:srgbClr val="38AA00"/>
                  </a:solidFill>
                  <a:latin typeface="Work Sans Light"/>
                  <a:ea typeface="Work Sans Light"/>
                  <a:cs typeface="Work Sans Light"/>
                  <a:sym typeface="Work Sans Light"/>
                </a:rPr>
                <a:t>Tercer Trimestre</a:t>
              </a:r>
              <a:endParaRPr b="0" i="0" sz="1400" u="none" cap="none" strike="noStrike">
                <a:solidFill>
                  <a:srgbClr val="000000"/>
                </a:solidFill>
                <a:latin typeface="Arial"/>
                <a:ea typeface="Arial"/>
                <a:cs typeface="Arial"/>
                <a:sym typeface="Arial"/>
              </a:endParaRPr>
            </a:p>
          </p:txBody>
        </p:sp>
      </p:grpSp>
      <p:sp>
        <p:nvSpPr>
          <p:cNvPr id="249" name="Google Shape;249;p14"/>
          <p:cNvSpPr txBox="1"/>
          <p:nvPr/>
        </p:nvSpPr>
        <p:spPr>
          <a:xfrm>
            <a:off x="4211123" y="1710601"/>
            <a:ext cx="3854368" cy="523220"/>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Planeación de Pruebas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Ejecución de Pruebas</a:t>
            </a:r>
            <a:endParaRPr b="0" i="0" sz="1400" u="none" cap="none" strike="noStrike">
              <a:solidFill>
                <a:schemeClr val="dk1"/>
              </a:solidFill>
              <a:latin typeface="Work Sans Light"/>
              <a:ea typeface="Work Sans Light"/>
              <a:cs typeface="Work Sans Light"/>
              <a:sym typeface="Work Sans Light"/>
            </a:endParaRPr>
          </a:p>
        </p:txBody>
      </p:sp>
      <p:grpSp>
        <p:nvGrpSpPr>
          <p:cNvPr id="250" name="Google Shape;250;p14"/>
          <p:cNvGrpSpPr/>
          <p:nvPr/>
        </p:nvGrpSpPr>
        <p:grpSpPr>
          <a:xfrm>
            <a:off x="4094452" y="2526078"/>
            <a:ext cx="3239167" cy="327032"/>
            <a:chOff x="-146150" y="-701463"/>
            <a:chExt cx="3239167" cy="327032"/>
          </a:xfrm>
        </p:grpSpPr>
        <p:sp>
          <p:nvSpPr>
            <p:cNvPr id="251" name="Google Shape;251;p14"/>
            <p:cNvSpPr/>
            <p:nvPr/>
          </p:nvSpPr>
          <p:spPr>
            <a:xfrm>
              <a:off x="95888" y="-420150"/>
              <a:ext cx="971956" cy="4571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2" name="Google Shape;252;p14"/>
            <p:cNvSpPr txBox="1"/>
            <p:nvPr/>
          </p:nvSpPr>
          <p:spPr>
            <a:xfrm>
              <a:off x="-146150" y="-701463"/>
              <a:ext cx="3239167" cy="29459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1800"/>
                <a:buFont typeface="Work Sans Light"/>
                <a:buNone/>
              </a:pPr>
              <a:r>
                <a:rPr b="1" i="0" lang="es-MX" sz="1800" u="none" cap="none" strike="noStrike">
                  <a:solidFill>
                    <a:srgbClr val="38AA00"/>
                  </a:solidFill>
                  <a:latin typeface="Work Sans Light"/>
                  <a:ea typeface="Work Sans Light"/>
                  <a:cs typeface="Work Sans Light"/>
                  <a:sym typeface="Work Sans Light"/>
                </a:rPr>
                <a:t>Cuarto Trimestre</a:t>
              </a:r>
              <a:endParaRPr b="0" i="0" sz="1400" u="none" cap="none" strike="noStrike">
                <a:solidFill>
                  <a:srgbClr val="000000"/>
                </a:solidFill>
                <a:latin typeface="Arial"/>
                <a:ea typeface="Arial"/>
                <a:cs typeface="Arial"/>
                <a:sym typeface="Arial"/>
              </a:endParaRPr>
            </a:p>
          </p:txBody>
        </p:sp>
      </p:grpSp>
      <p:sp>
        <p:nvSpPr>
          <p:cNvPr id="253" name="Google Shape;253;p14"/>
          <p:cNvSpPr txBox="1"/>
          <p:nvPr/>
        </p:nvSpPr>
        <p:spPr>
          <a:xfrm>
            <a:off x="3903522" y="3010501"/>
            <a:ext cx="3854368" cy="738664"/>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Manual de Instalación </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Configuración del Servidor de Aplicaciones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Configuración del Servidor de BBDD</a:t>
            </a:r>
            <a:endParaRPr b="0" i="0" sz="1400" u="none" cap="none" strike="noStrike">
              <a:solidFill>
                <a:schemeClr val="dk1"/>
              </a:solidFill>
              <a:latin typeface="Work Sans Light"/>
              <a:ea typeface="Work Sans Light"/>
              <a:cs typeface="Work Sans Light"/>
              <a:sym typeface="Work Sans Light"/>
            </a:endParaRPr>
          </a:p>
        </p:txBody>
      </p:sp>
      <p:grpSp>
        <p:nvGrpSpPr>
          <p:cNvPr id="254" name="Google Shape;254;p14"/>
          <p:cNvGrpSpPr/>
          <p:nvPr/>
        </p:nvGrpSpPr>
        <p:grpSpPr>
          <a:xfrm>
            <a:off x="4094452" y="4226103"/>
            <a:ext cx="3239167" cy="340311"/>
            <a:chOff x="-3586936" y="2152566"/>
            <a:chExt cx="3239167" cy="340311"/>
          </a:xfrm>
        </p:grpSpPr>
        <p:sp>
          <p:nvSpPr>
            <p:cNvPr id="255" name="Google Shape;255;p14"/>
            <p:cNvSpPr/>
            <p:nvPr/>
          </p:nvSpPr>
          <p:spPr>
            <a:xfrm>
              <a:off x="-3470265" y="2447158"/>
              <a:ext cx="971956" cy="4571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6" name="Google Shape;256;p14"/>
            <p:cNvSpPr txBox="1"/>
            <p:nvPr/>
          </p:nvSpPr>
          <p:spPr>
            <a:xfrm>
              <a:off x="-3586936" y="2152566"/>
              <a:ext cx="3239167" cy="29459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1800"/>
                <a:buFont typeface="Work Sans Light"/>
                <a:buNone/>
              </a:pPr>
              <a:r>
                <a:rPr b="1" i="0" lang="es-MX" sz="1800" u="none" cap="none" strike="noStrike">
                  <a:solidFill>
                    <a:srgbClr val="38AA00"/>
                  </a:solidFill>
                  <a:latin typeface="Work Sans Light"/>
                  <a:ea typeface="Work Sans Light"/>
                  <a:cs typeface="Work Sans Light"/>
                  <a:sym typeface="Work Sans Light"/>
                </a:rPr>
                <a:t>Quinto Trimestre</a:t>
              </a:r>
              <a:endParaRPr b="0" i="0" sz="1400" u="none" cap="none" strike="noStrike">
                <a:solidFill>
                  <a:srgbClr val="000000"/>
                </a:solidFill>
                <a:latin typeface="Arial"/>
                <a:ea typeface="Arial"/>
                <a:cs typeface="Arial"/>
                <a:sym typeface="Arial"/>
              </a:endParaRPr>
            </a:p>
          </p:txBody>
        </p:sp>
      </p:grpSp>
      <p:sp>
        <p:nvSpPr>
          <p:cNvPr id="257" name="Google Shape;257;p14"/>
          <p:cNvSpPr txBox="1"/>
          <p:nvPr/>
        </p:nvSpPr>
        <p:spPr>
          <a:xfrm>
            <a:off x="3903522" y="4605765"/>
            <a:ext cx="2750090" cy="738664"/>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Manual de Usuario</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Work Sans Light"/>
                <a:ea typeface="Work Sans Light"/>
                <a:cs typeface="Work Sans Light"/>
                <a:sym typeface="Work Sans Light"/>
              </a:rPr>
              <a:t>Sistema de Información Web – Servidor Externo</a:t>
            </a:r>
            <a:endParaRPr b="0" i="0" sz="1400" u="none" cap="none" strike="noStrike">
              <a:solidFill>
                <a:schemeClr val="dk1"/>
              </a:solidFill>
              <a:latin typeface="Work Sans Light"/>
              <a:ea typeface="Work Sans Light"/>
              <a:cs typeface="Work Sans Light"/>
              <a:sym typeface="Work Sans Light"/>
            </a:endParaRPr>
          </a:p>
        </p:txBody>
      </p:sp>
      <p:pic>
        <p:nvPicPr>
          <p:cNvPr id="258" name="Google Shape;258;p14" title="WhatsApp Image 2026-03-27 at 6.38.41 PM.jpeg"/>
          <p:cNvPicPr preferRelativeResize="0"/>
          <p:nvPr/>
        </p:nvPicPr>
        <p:blipFill rotWithShape="1">
          <a:blip r:embed="rId5">
            <a:alphaModFix/>
          </a:blip>
          <a:srcRect b="0" l="0" r="0" t="0"/>
          <a:stretch/>
        </p:blipFill>
        <p:spPr>
          <a:xfrm>
            <a:off x="8693575" y="508463"/>
            <a:ext cx="1080000" cy="540000"/>
          </a:xfrm>
          <a:prstGeom prst="rect">
            <a:avLst/>
          </a:prstGeom>
          <a:noFill/>
          <a:ln>
            <a:noFill/>
          </a:ln>
        </p:spPr>
      </p:pic>
      <p:pic>
        <p:nvPicPr>
          <p:cNvPr id="259" name="Google Shape;259;p14" title="images.png"/>
          <p:cNvPicPr preferRelativeResize="0"/>
          <p:nvPr/>
        </p:nvPicPr>
        <p:blipFill rotWithShape="1">
          <a:blip r:embed="rId6">
            <a:alphaModFix/>
          </a:blip>
          <a:srcRect b="0" l="0" r="0" t="0"/>
          <a:stretch/>
        </p:blipFill>
        <p:spPr>
          <a:xfrm>
            <a:off x="9773576" y="508463"/>
            <a:ext cx="1080000" cy="540000"/>
          </a:xfrm>
          <a:prstGeom prst="rect">
            <a:avLst/>
          </a:prstGeom>
          <a:noFill/>
          <a:ln>
            <a:noFill/>
          </a:ln>
        </p:spPr>
      </p:pic>
      <p:sp>
        <p:nvSpPr>
          <p:cNvPr id="260" name="Google Shape;260;p14"/>
          <p:cNvSpPr txBox="1"/>
          <p:nvPr/>
        </p:nvSpPr>
        <p:spPr>
          <a:xfrm>
            <a:off x="8001342" y="1478428"/>
            <a:ext cx="3239167" cy="29459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1800"/>
              <a:buFont typeface="Work Sans Light"/>
              <a:buNone/>
            </a:pPr>
            <a:r>
              <a:rPr b="1" i="0" lang="es-MX" sz="1800" u="none" cap="none" strike="noStrike">
                <a:solidFill>
                  <a:srgbClr val="38AA00"/>
                </a:solidFill>
                <a:latin typeface="Work Sans Light"/>
                <a:ea typeface="Work Sans Light"/>
                <a:cs typeface="Work Sans Light"/>
                <a:sym typeface="Work Sans Light"/>
              </a:rPr>
              <a:t>Sexto trimestre</a:t>
            </a:r>
            <a:endParaRPr b="0" i="0" sz="1400" u="none" cap="none" strike="noStrike">
              <a:solidFill>
                <a:srgbClr val="000000"/>
              </a:solidFill>
              <a:latin typeface="Arial"/>
              <a:ea typeface="Arial"/>
              <a:cs typeface="Arial"/>
              <a:sym typeface="Arial"/>
            </a:endParaRPr>
          </a:p>
        </p:txBody>
      </p:sp>
      <p:sp>
        <p:nvSpPr>
          <p:cNvPr id="261" name="Google Shape;261;p14"/>
          <p:cNvSpPr txBox="1"/>
          <p:nvPr/>
        </p:nvSpPr>
        <p:spPr>
          <a:xfrm>
            <a:off x="7905416" y="2660095"/>
            <a:ext cx="3239167" cy="29459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1800"/>
              <a:buFont typeface="Work Sans Light"/>
              <a:buNone/>
            </a:pPr>
            <a:r>
              <a:rPr b="1" i="0" lang="es-MX" sz="1800" u="none" cap="none" strike="noStrike">
                <a:solidFill>
                  <a:srgbClr val="38AA00"/>
                </a:solidFill>
                <a:latin typeface="Work Sans Light"/>
                <a:ea typeface="Work Sans Light"/>
                <a:cs typeface="Work Sans Light"/>
                <a:sym typeface="Work Sans Light"/>
              </a:rPr>
              <a:t>Séptimo trimestre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descr="Imagen que contiene Interfaz de usuario gráfica&#10;&#10;Descripción generada automáticamente" id="266" name="Google Shape;266;p15"/>
          <p:cNvPicPr preferRelativeResize="0"/>
          <p:nvPr/>
        </p:nvPicPr>
        <p:blipFill rotWithShape="1">
          <a:blip r:embed="rId3">
            <a:alphaModFix/>
          </a:blip>
          <a:srcRect b="0" l="0" r="0" t="0"/>
          <a:stretch/>
        </p:blipFill>
        <p:spPr>
          <a:xfrm>
            <a:off x="0" y="70339"/>
            <a:ext cx="12192000"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2020-10-01T23:51:28Z</dcterms:created>
  <dc:creator>Jorge Enrique Pedraza Sanchez</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